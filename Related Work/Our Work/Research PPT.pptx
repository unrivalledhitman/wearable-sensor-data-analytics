
<file path=[Content_Types].xml><?xml version="1.0" encoding="utf-8"?>
<Types xmlns="http://schemas.openxmlformats.org/package/2006/content-types">
  <Default Extension="bin" ContentType="image/unknown"/>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6"/>
  </p:notesMasterIdLst>
  <p:handoutMasterIdLst>
    <p:handoutMasterId r:id="rId27"/>
  </p:handoutMasterIdLst>
  <p:sldIdLst>
    <p:sldId id="325" r:id="rId5"/>
    <p:sldId id="326" r:id="rId6"/>
    <p:sldId id="344" r:id="rId7"/>
    <p:sldId id="345" r:id="rId8"/>
    <p:sldId id="346" r:id="rId9"/>
    <p:sldId id="341" r:id="rId10"/>
    <p:sldId id="342" r:id="rId11"/>
    <p:sldId id="327" r:id="rId12"/>
    <p:sldId id="329" r:id="rId13"/>
    <p:sldId id="348" r:id="rId14"/>
    <p:sldId id="349" r:id="rId15"/>
    <p:sldId id="350" r:id="rId16"/>
    <p:sldId id="351" r:id="rId17"/>
    <p:sldId id="353" r:id="rId18"/>
    <p:sldId id="352" r:id="rId19"/>
    <p:sldId id="343" r:id="rId20"/>
    <p:sldId id="337" r:id="rId21"/>
    <p:sldId id="338" r:id="rId22"/>
    <p:sldId id="356" r:id="rId23"/>
    <p:sldId id="355" r:id="rId24"/>
    <p:sldId id="358"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816" userDrawn="1">
          <p15:clr>
            <a:srgbClr val="A4A3A4"/>
          </p15:clr>
        </p15:guide>
        <p15:guide id="2" orient="horz" pos="38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DBE1"/>
    <a:srgbClr val="FFED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205" autoAdjust="0"/>
  </p:normalViewPr>
  <p:slideViewPr>
    <p:cSldViewPr snapToGrid="0">
      <p:cViewPr varScale="1">
        <p:scale>
          <a:sx n="111" d="100"/>
          <a:sy n="111" d="100"/>
        </p:scale>
        <p:origin x="594" y="96"/>
      </p:cViewPr>
      <p:guideLst>
        <p:guide pos="816"/>
        <p:guide orient="horz" pos="384"/>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viewProps" Target="viewProp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jeev Nayan" userId="c79980dbab3ed1b6" providerId="LiveId" clId="{2F976C7E-12FC-4EB0-AE67-07909E00C640}"/>
    <pc:docChg chg="undo redo custSel addSld delSld modSld sldOrd">
      <pc:chgData name="Rajeev Nayan" userId="c79980dbab3ed1b6" providerId="LiveId" clId="{2F976C7E-12FC-4EB0-AE67-07909E00C640}" dt="2023-11-09T05:05:56.904" v="1930" actId="20577"/>
      <pc:docMkLst>
        <pc:docMk/>
      </pc:docMkLst>
      <pc:sldChg chg="modSp mod">
        <pc:chgData name="Rajeev Nayan" userId="c79980dbab3ed1b6" providerId="LiveId" clId="{2F976C7E-12FC-4EB0-AE67-07909E00C640}" dt="2023-11-08T22:45:58.940" v="160" actId="1037"/>
        <pc:sldMkLst>
          <pc:docMk/>
          <pc:sldMk cId="855215445" sldId="325"/>
        </pc:sldMkLst>
        <pc:spChg chg="mod">
          <ac:chgData name="Rajeev Nayan" userId="c79980dbab3ed1b6" providerId="LiveId" clId="{2F976C7E-12FC-4EB0-AE67-07909E00C640}" dt="2023-11-08T22:43:39.934" v="3" actId="14100"/>
          <ac:spMkLst>
            <pc:docMk/>
            <pc:sldMk cId="855215445" sldId="325"/>
            <ac:spMk id="3" creationId="{43BC76CD-B029-9436-9450-1FEA9FA5B41F}"/>
          </ac:spMkLst>
        </pc:spChg>
        <pc:spChg chg="mod">
          <ac:chgData name="Rajeev Nayan" userId="c79980dbab3ed1b6" providerId="LiveId" clId="{2F976C7E-12FC-4EB0-AE67-07909E00C640}" dt="2023-11-08T22:44:17.301" v="7" actId="403"/>
          <ac:spMkLst>
            <pc:docMk/>
            <pc:sldMk cId="855215445" sldId="325"/>
            <ac:spMk id="15" creationId="{C6A5DEE9-E68C-8749-3F84-78F86592C664}"/>
          </ac:spMkLst>
        </pc:spChg>
        <pc:spChg chg="mod">
          <ac:chgData name="Rajeev Nayan" userId="c79980dbab3ed1b6" providerId="LiveId" clId="{2F976C7E-12FC-4EB0-AE67-07909E00C640}" dt="2023-11-08T22:45:58.940" v="160" actId="1037"/>
          <ac:spMkLst>
            <pc:docMk/>
            <pc:sldMk cId="855215445" sldId="325"/>
            <ac:spMk id="16" creationId="{7939CF68-7CD9-C5BC-4F62-B9547AE5F1F8}"/>
          </ac:spMkLst>
        </pc:spChg>
        <pc:spChg chg="mod">
          <ac:chgData name="Rajeev Nayan" userId="c79980dbab3ed1b6" providerId="LiveId" clId="{2F976C7E-12FC-4EB0-AE67-07909E00C640}" dt="2023-11-08T22:45:50.481" v="147" actId="1038"/>
          <ac:spMkLst>
            <pc:docMk/>
            <pc:sldMk cId="855215445" sldId="325"/>
            <ac:spMk id="17" creationId="{D69CE10B-2A46-CC03-E21F-1E1246DBFF0E}"/>
          </ac:spMkLst>
        </pc:spChg>
        <pc:picChg chg="mod">
          <ac:chgData name="Rajeev Nayan" userId="c79980dbab3ed1b6" providerId="LiveId" clId="{2F976C7E-12FC-4EB0-AE67-07909E00C640}" dt="2023-11-08T22:43:47.742" v="4" actId="1076"/>
          <ac:picMkLst>
            <pc:docMk/>
            <pc:sldMk cId="855215445" sldId="325"/>
            <ac:picMk id="10" creationId="{63FC27A5-0E11-A309-17A4-3B61FBF52CEA}"/>
          </ac:picMkLst>
        </pc:picChg>
      </pc:sldChg>
      <pc:sldChg chg="addSp delSp modSp mod">
        <pc:chgData name="Rajeev Nayan" userId="c79980dbab3ed1b6" providerId="LiveId" clId="{2F976C7E-12FC-4EB0-AE67-07909E00C640}" dt="2023-11-09T04:58:50.086" v="1783" actId="20577"/>
        <pc:sldMkLst>
          <pc:docMk/>
          <pc:sldMk cId="2910866480" sldId="326"/>
        </pc:sldMkLst>
        <pc:spChg chg="mod">
          <ac:chgData name="Rajeev Nayan" userId="c79980dbab3ed1b6" providerId="LiveId" clId="{2F976C7E-12FC-4EB0-AE67-07909E00C640}" dt="2023-11-08T22:56:34.491" v="355" actId="20577"/>
          <ac:spMkLst>
            <pc:docMk/>
            <pc:sldMk cId="2910866480" sldId="326"/>
            <ac:spMk id="2" creationId="{9A3EB422-1287-FCEB-63CE-599FDC8468D8}"/>
          </ac:spMkLst>
        </pc:spChg>
        <pc:spChg chg="del mod">
          <ac:chgData name="Rajeev Nayan" userId="c79980dbab3ed1b6" providerId="LiveId" clId="{2F976C7E-12FC-4EB0-AE67-07909E00C640}" dt="2023-11-08T22:55:31.024" v="297" actId="478"/>
          <ac:spMkLst>
            <pc:docMk/>
            <pc:sldMk cId="2910866480" sldId="326"/>
            <ac:spMk id="3" creationId="{4D038CD2-9585-7E51-5359-D52935A77DF0}"/>
          </ac:spMkLst>
        </pc:spChg>
        <pc:spChg chg="mod">
          <ac:chgData name="Rajeev Nayan" userId="c79980dbab3ed1b6" providerId="LiveId" clId="{2F976C7E-12FC-4EB0-AE67-07909E00C640}" dt="2023-11-08T22:57:40.019" v="410" actId="20577"/>
          <ac:spMkLst>
            <pc:docMk/>
            <pc:sldMk cId="2910866480" sldId="326"/>
            <ac:spMk id="5" creationId="{DE9EDB55-C0CF-1610-24F0-07462C63BCEB}"/>
          </ac:spMkLst>
        </pc:spChg>
        <pc:spChg chg="add del mod">
          <ac:chgData name="Rajeev Nayan" userId="c79980dbab3ed1b6" providerId="LiveId" clId="{2F976C7E-12FC-4EB0-AE67-07909E00C640}" dt="2023-11-08T22:46:40.774" v="165" actId="478"/>
          <ac:spMkLst>
            <pc:docMk/>
            <pc:sldMk cId="2910866480" sldId="326"/>
            <ac:spMk id="9" creationId="{B0E8859B-4D56-A324-3AE0-08F6E76DFAEC}"/>
          </ac:spMkLst>
        </pc:spChg>
        <pc:spChg chg="add del mod">
          <ac:chgData name="Rajeev Nayan" userId="c79980dbab3ed1b6" providerId="LiveId" clId="{2F976C7E-12FC-4EB0-AE67-07909E00C640}" dt="2023-11-08T22:55:32.806" v="298" actId="478"/>
          <ac:spMkLst>
            <pc:docMk/>
            <pc:sldMk cId="2910866480" sldId="326"/>
            <ac:spMk id="11" creationId="{71232AB9-1CE6-66FC-CE28-6A2B61A3B837}"/>
          </ac:spMkLst>
        </pc:spChg>
        <pc:spChg chg="add del">
          <ac:chgData name="Rajeev Nayan" userId="c79980dbab3ed1b6" providerId="LiveId" clId="{2F976C7E-12FC-4EB0-AE67-07909E00C640}" dt="2023-11-08T22:55:42.806" v="304" actId="22"/>
          <ac:spMkLst>
            <pc:docMk/>
            <pc:sldMk cId="2910866480" sldId="326"/>
            <ac:spMk id="13" creationId="{1722364F-2EB5-38E6-FBE5-0C23F4942474}"/>
          </ac:spMkLst>
        </pc:spChg>
        <pc:spChg chg="add mod">
          <ac:chgData name="Rajeev Nayan" userId="c79980dbab3ed1b6" providerId="LiveId" clId="{2F976C7E-12FC-4EB0-AE67-07909E00C640}" dt="2023-11-09T04:58:50.086" v="1783" actId="20577"/>
          <ac:spMkLst>
            <pc:docMk/>
            <pc:sldMk cId="2910866480" sldId="326"/>
            <ac:spMk id="17" creationId="{604AE2FC-A1B6-7907-E229-958965095BB8}"/>
          </ac:spMkLst>
        </pc:spChg>
        <pc:picChg chg="del">
          <ac:chgData name="Rajeev Nayan" userId="c79980dbab3ed1b6" providerId="LiveId" clId="{2F976C7E-12FC-4EB0-AE67-07909E00C640}" dt="2023-11-08T22:42:50.507" v="0" actId="478"/>
          <ac:picMkLst>
            <pc:docMk/>
            <pc:sldMk cId="2910866480" sldId="326"/>
            <ac:picMk id="6" creationId="{2D62ED0F-B879-39EF-FEC9-2662BB5E1D28}"/>
          </ac:picMkLst>
        </pc:picChg>
        <pc:picChg chg="del">
          <ac:chgData name="Rajeev Nayan" userId="c79980dbab3ed1b6" providerId="LiveId" clId="{2F976C7E-12FC-4EB0-AE67-07909E00C640}" dt="2023-11-08T22:46:39.167" v="164" actId="478"/>
          <ac:picMkLst>
            <pc:docMk/>
            <pc:sldMk cId="2910866480" sldId="326"/>
            <ac:picMk id="8" creationId="{9DA934D8-2609-4227-78DF-CF8F07A2F9C7}"/>
          </ac:picMkLst>
        </pc:picChg>
        <pc:picChg chg="add del">
          <ac:chgData name="Rajeev Nayan" userId="c79980dbab3ed1b6" providerId="LiveId" clId="{2F976C7E-12FC-4EB0-AE67-07909E00C640}" dt="2023-11-08T22:55:45.953" v="306" actId="22"/>
          <ac:picMkLst>
            <pc:docMk/>
            <pc:sldMk cId="2910866480" sldId="326"/>
            <ac:picMk id="15" creationId="{F7F80007-7B70-1F4A-583C-05BF24FFEC34}"/>
          </ac:picMkLst>
        </pc:picChg>
      </pc:sldChg>
      <pc:sldChg chg="addSp delSp modSp mod">
        <pc:chgData name="Rajeev Nayan" userId="c79980dbab3ed1b6" providerId="LiveId" clId="{2F976C7E-12FC-4EB0-AE67-07909E00C640}" dt="2023-11-09T05:01:47.664" v="1822" actId="20577"/>
        <pc:sldMkLst>
          <pc:docMk/>
          <pc:sldMk cId="2810133685" sldId="327"/>
        </pc:sldMkLst>
        <pc:spChg chg="mod">
          <ac:chgData name="Rajeev Nayan" userId="c79980dbab3ed1b6" providerId="LiveId" clId="{2F976C7E-12FC-4EB0-AE67-07909E00C640}" dt="2023-11-09T04:28:29.167" v="814" actId="20577"/>
          <ac:spMkLst>
            <pc:docMk/>
            <pc:sldMk cId="2810133685" sldId="327"/>
            <ac:spMk id="2" creationId="{F0984788-646A-CF90-D67D-14752A71745D}"/>
          </ac:spMkLst>
        </pc:spChg>
        <pc:spChg chg="del mod">
          <ac:chgData name="Rajeev Nayan" userId="c79980dbab3ed1b6" providerId="LiveId" clId="{2F976C7E-12FC-4EB0-AE67-07909E00C640}" dt="2023-11-08T22:57:15.122" v="388" actId="478"/>
          <ac:spMkLst>
            <pc:docMk/>
            <pc:sldMk cId="2810133685" sldId="327"/>
            <ac:spMk id="3" creationId="{77C9C890-ADC6-0AA7-BBC0-05E856AA7C3C}"/>
          </ac:spMkLst>
        </pc:spChg>
        <pc:spChg chg="mod">
          <ac:chgData name="Rajeev Nayan" userId="c79980dbab3ed1b6" providerId="LiveId" clId="{2F976C7E-12FC-4EB0-AE67-07909E00C640}" dt="2023-11-08T22:57:52.800" v="414" actId="20577"/>
          <ac:spMkLst>
            <pc:docMk/>
            <pc:sldMk cId="2810133685" sldId="327"/>
            <ac:spMk id="5" creationId="{241D8BC6-DD9D-7F06-3B9F-9F2B462E4984}"/>
          </ac:spMkLst>
        </pc:spChg>
        <pc:spChg chg="add del mod">
          <ac:chgData name="Rajeev Nayan" userId="c79980dbab3ed1b6" providerId="LiveId" clId="{2F976C7E-12FC-4EB0-AE67-07909E00C640}" dt="2023-11-09T04:22:27.016" v="627" actId="478"/>
          <ac:spMkLst>
            <pc:docMk/>
            <pc:sldMk cId="2810133685" sldId="327"/>
            <ac:spMk id="6" creationId="{B9F1B146-A7BA-7403-7C7D-F5530225E6AC}"/>
          </ac:spMkLst>
        </pc:spChg>
        <pc:spChg chg="add del mod">
          <ac:chgData name="Rajeev Nayan" userId="c79980dbab3ed1b6" providerId="LiveId" clId="{2F976C7E-12FC-4EB0-AE67-07909E00C640}" dt="2023-11-09T04:22:27.032" v="629"/>
          <ac:spMkLst>
            <pc:docMk/>
            <pc:sldMk cId="2810133685" sldId="327"/>
            <ac:spMk id="8" creationId="{407B3F3F-F22A-AA77-1B34-CA28E45D8E86}"/>
          </ac:spMkLst>
        </pc:spChg>
        <pc:spChg chg="add del mod">
          <ac:chgData name="Rajeev Nayan" userId="c79980dbab3ed1b6" providerId="LiveId" clId="{2F976C7E-12FC-4EB0-AE67-07909E00C640}" dt="2023-11-08T22:46:22.513" v="163" actId="931"/>
          <ac:spMkLst>
            <pc:docMk/>
            <pc:sldMk cId="2810133685" sldId="327"/>
            <ac:spMk id="8" creationId="{A036AF94-0E23-AAED-A698-FFF01A6B3308}"/>
          </ac:spMkLst>
        </pc:spChg>
        <pc:spChg chg="add mod">
          <ac:chgData name="Rajeev Nayan" userId="c79980dbab3ed1b6" providerId="LiveId" clId="{2F976C7E-12FC-4EB0-AE67-07909E00C640}" dt="2023-11-09T05:01:47.664" v="1822" actId="20577"/>
          <ac:spMkLst>
            <pc:docMk/>
            <pc:sldMk cId="2810133685" sldId="327"/>
            <ac:spMk id="11" creationId="{B578118E-C95E-2042-A7A8-0B239DF582A6}"/>
          </ac:spMkLst>
        </pc:spChg>
        <pc:picChg chg="del">
          <ac:chgData name="Rajeev Nayan" userId="c79980dbab3ed1b6" providerId="LiveId" clId="{2F976C7E-12FC-4EB0-AE67-07909E00C640}" dt="2023-11-08T22:46:14.516" v="162" actId="478"/>
          <ac:picMkLst>
            <pc:docMk/>
            <pc:sldMk cId="2810133685" sldId="327"/>
            <ac:picMk id="7" creationId="{7FFC92DA-E590-4A49-8738-10A5D4DBBE6E}"/>
          </ac:picMkLst>
        </pc:picChg>
        <pc:picChg chg="add mod">
          <ac:chgData name="Rajeev Nayan" userId="c79980dbab3ed1b6" providerId="LiveId" clId="{2F976C7E-12FC-4EB0-AE67-07909E00C640}" dt="2023-11-08T22:46:22.513" v="163" actId="931"/>
          <ac:picMkLst>
            <pc:docMk/>
            <pc:sldMk cId="2810133685" sldId="327"/>
            <ac:picMk id="10" creationId="{352962B4-8918-47C1-172D-E31D5FC4A734}"/>
          </ac:picMkLst>
        </pc:picChg>
      </pc:sldChg>
      <pc:sldChg chg="addSp delSp modSp mod ord">
        <pc:chgData name="Rajeev Nayan" userId="c79980dbab3ed1b6" providerId="LiveId" clId="{2F976C7E-12FC-4EB0-AE67-07909E00C640}" dt="2023-11-09T04:31:12.025" v="892" actId="20577"/>
        <pc:sldMkLst>
          <pc:docMk/>
          <pc:sldMk cId="2924417010" sldId="328"/>
        </pc:sldMkLst>
        <pc:spChg chg="mod">
          <ac:chgData name="Rajeev Nayan" userId="c79980dbab3ed1b6" providerId="LiveId" clId="{2F976C7E-12FC-4EB0-AE67-07909E00C640}" dt="2023-11-09T04:31:12.025" v="892" actId="20577"/>
          <ac:spMkLst>
            <pc:docMk/>
            <pc:sldMk cId="2924417010" sldId="328"/>
            <ac:spMk id="3" creationId="{03924A06-2533-68FE-6815-A6208AD97D3D}"/>
          </ac:spMkLst>
        </pc:spChg>
        <pc:spChg chg="del">
          <ac:chgData name="Rajeev Nayan" userId="c79980dbab3ed1b6" providerId="LiveId" clId="{2F976C7E-12FC-4EB0-AE67-07909E00C640}" dt="2023-11-09T04:29:28.686" v="858" actId="478"/>
          <ac:spMkLst>
            <pc:docMk/>
            <pc:sldMk cId="2924417010" sldId="328"/>
            <ac:spMk id="4" creationId="{78D3FE44-803A-0FCA-D29B-EB40225C360F}"/>
          </ac:spMkLst>
        </pc:spChg>
        <pc:spChg chg="add del mod">
          <ac:chgData name="Rajeev Nayan" userId="c79980dbab3ed1b6" providerId="LiveId" clId="{2F976C7E-12FC-4EB0-AE67-07909E00C640}" dt="2023-11-09T04:29:30.096" v="859" actId="478"/>
          <ac:spMkLst>
            <pc:docMk/>
            <pc:sldMk cId="2924417010" sldId="328"/>
            <ac:spMk id="5" creationId="{DF1F9BE9-3489-D244-E49F-19F6D22A8A69}"/>
          </ac:spMkLst>
        </pc:spChg>
      </pc:sldChg>
      <pc:sldChg chg="addSp delSp modSp mod">
        <pc:chgData name="Rajeev Nayan" userId="c79980dbab3ed1b6" providerId="LiveId" clId="{2F976C7E-12FC-4EB0-AE67-07909E00C640}" dt="2023-11-09T05:04:09.996" v="1924" actId="20577"/>
        <pc:sldMkLst>
          <pc:docMk/>
          <pc:sldMk cId="1263875044" sldId="329"/>
        </pc:sldMkLst>
        <pc:spChg chg="mod">
          <ac:chgData name="Rajeev Nayan" userId="c79980dbab3ed1b6" providerId="LiveId" clId="{2F976C7E-12FC-4EB0-AE67-07909E00C640}" dt="2023-11-09T04:34:04.090" v="955" actId="20577"/>
          <ac:spMkLst>
            <pc:docMk/>
            <pc:sldMk cId="1263875044" sldId="329"/>
            <ac:spMk id="2" creationId="{5579856F-92A5-9936-EAA5-B01FC81B4FF8}"/>
          </ac:spMkLst>
        </pc:spChg>
        <pc:spChg chg="mod">
          <ac:chgData name="Rajeev Nayan" userId="c79980dbab3ed1b6" providerId="LiveId" clId="{2F976C7E-12FC-4EB0-AE67-07909E00C640}" dt="2023-11-09T04:19:14.171" v="544" actId="20577"/>
          <ac:spMkLst>
            <pc:docMk/>
            <pc:sldMk cId="1263875044" sldId="329"/>
            <ac:spMk id="5" creationId="{F55E31DF-7A65-925F-3A83-F62DFCE2A228}"/>
          </ac:spMkLst>
        </pc:spChg>
        <pc:spChg chg="add del mod">
          <ac:chgData name="Rajeev Nayan" userId="c79980dbab3ed1b6" providerId="LiveId" clId="{2F976C7E-12FC-4EB0-AE67-07909E00C640}" dt="2023-11-09T04:19:02.844" v="540" actId="478"/>
          <ac:spMkLst>
            <pc:docMk/>
            <pc:sldMk cId="1263875044" sldId="329"/>
            <ac:spMk id="7" creationId="{6EDC1024-975C-A064-0400-B52CD792614C}"/>
          </ac:spMkLst>
        </pc:spChg>
        <pc:spChg chg="add del mod">
          <ac:chgData name="Rajeev Nayan" userId="c79980dbab3ed1b6" providerId="LiveId" clId="{2F976C7E-12FC-4EB0-AE67-07909E00C640}" dt="2023-11-09T04:34:35.880" v="959" actId="478"/>
          <ac:spMkLst>
            <pc:docMk/>
            <pc:sldMk cId="1263875044" sldId="329"/>
            <ac:spMk id="8" creationId="{9E0A140B-73FB-A371-E4D3-C6FA3C4292DF}"/>
          </ac:spMkLst>
        </pc:spChg>
        <pc:spChg chg="add del mod">
          <ac:chgData name="Rajeev Nayan" userId="c79980dbab3ed1b6" providerId="LiveId" clId="{2F976C7E-12FC-4EB0-AE67-07909E00C640}" dt="2023-11-09T04:34:35.880" v="959" actId="478"/>
          <ac:spMkLst>
            <pc:docMk/>
            <pc:sldMk cId="1263875044" sldId="329"/>
            <ac:spMk id="9" creationId="{DB6502E9-F973-F492-3968-2F5B8D30B963}"/>
          </ac:spMkLst>
        </pc:spChg>
        <pc:spChg chg="add del mod">
          <ac:chgData name="Rajeev Nayan" userId="c79980dbab3ed1b6" providerId="LiveId" clId="{2F976C7E-12FC-4EB0-AE67-07909E00C640}" dt="2023-11-09T04:34:35.880" v="959" actId="478"/>
          <ac:spMkLst>
            <pc:docMk/>
            <pc:sldMk cId="1263875044" sldId="329"/>
            <ac:spMk id="10" creationId="{ED46D65A-F647-3495-343A-00A7D97BD7BE}"/>
          </ac:spMkLst>
        </pc:spChg>
        <pc:spChg chg="add del mod">
          <ac:chgData name="Rajeev Nayan" userId="c79980dbab3ed1b6" providerId="LiveId" clId="{2F976C7E-12FC-4EB0-AE67-07909E00C640}" dt="2023-11-09T04:34:35.880" v="959" actId="478"/>
          <ac:spMkLst>
            <pc:docMk/>
            <pc:sldMk cId="1263875044" sldId="329"/>
            <ac:spMk id="11" creationId="{E0F0E38E-5A31-553C-A169-D0B992992374}"/>
          </ac:spMkLst>
        </pc:spChg>
        <pc:spChg chg="add del mod">
          <ac:chgData name="Rajeev Nayan" userId="c79980dbab3ed1b6" providerId="LiveId" clId="{2F976C7E-12FC-4EB0-AE67-07909E00C640}" dt="2023-11-09T04:34:35.880" v="959" actId="478"/>
          <ac:spMkLst>
            <pc:docMk/>
            <pc:sldMk cId="1263875044" sldId="329"/>
            <ac:spMk id="12" creationId="{DA0CAB6C-C350-2264-1535-CA3C1305DFA5}"/>
          </ac:spMkLst>
        </pc:spChg>
        <pc:spChg chg="add del mod">
          <ac:chgData name="Rajeev Nayan" userId="c79980dbab3ed1b6" providerId="LiveId" clId="{2F976C7E-12FC-4EB0-AE67-07909E00C640}" dt="2023-11-09T04:34:35.880" v="959" actId="478"/>
          <ac:spMkLst>
            <pc:docMk/>
            <pc:sldMk cId="1263875044" sldId="329"/>
            <ac:spMk id="13" creationId="{18D307A7-EAA5-7C26-7884-A3FAFC0CDBAD}"/>
          </ac:spMkLst>
        </pc:spChg>
        <pc:spChg chg="add del mod">
          <ac:chgData name="Rajeev Nayan" userId="c79980dbab3ed1b6" providerId="LiveId" clId="{2F976C7E-12FC-4EB0-AE67-07909E00C640}" dt="2023-11-09T04:34:35.880" v="959" actId="478"/>
          <ac:spMkLst>
            <pc:docMk/>
            <pc:sldMk cId="1263875044" sldId="329"/>
            <ac:spMk id="14" creationId="{1CE692BC-A9CA-8B5B-738D-7A451D8589EB}"/>
          </ac:spMkLst>
        </pc:spChg>
        <pc:spChg chg="add del mod">
          <ac:chgData name="Rajeev Nayan" userId="c79980dbab3ed1b6" providerId="LiveId" clId="{2F976C7E-12FC-4EB0-AE67-07909E00C640}" dt="2023-11-09T04:34:35.880" v="959" actId="478"/>
          <ac:spMkLst>
            <pc:docMk/>
            <pc:sldMk cId="1263875044" sldId="329"/>
            <ac:spMk id="15" creationId="{810FA63C-5530-7248-D246-21DF0E5BB4F5}"/>
          </ac:spMkLst>
        </pc:spChg>
        <pc:spChg chg="add del mod">
          <ac:chgData name="Rajeev Nayan" userId="c79980dbab3ed1b6" providerId="LiveId" clId="{2F976C7E-12FC-4EB0-AE67-07909E00C640}" dt="2023-11-09T04:34:35.880" v="959" actId="478"/>
          <ac:spMkLst>
            <pc:docMk/>
            <pc:sldMk cId="1263875044" sldId="329"/>
            <ac:spMk id="21" creationId="{A1932252-CD40-64E2-DB04-B97155BB76B7}"/>
          </ac:spMkLst>
        </pc:spChg>
        <pc:spChg chg="add del mod">
          <ac:chgData name="Rajeev Nayan" userId="c79980dbab3ed1b6" providerId="LiveId" clId="{2F976C7E-12FC-4EB0-AE67-07909E00C640}" dt="2023-11-09T04:34:35.880" v="959" actId="478"/>
          <ac:spMkLst>
            <pc:docMk/>
            <pc:sldMk cId="1263875044" sldId="329"/>
            <ac:spMk id="22" creationId="{188930A6-61AE-6C0F-876F-DD1C4A55F45F}"/>
          </ac:spMkLst>
        </pc:spChg>
        <pc:spChg chg="add mod">
          <ac:chgData name="Rajeev Nayan" userId="c79980dbab3ed1b6" providerId="LiveId" clId="{2F976C7E-12FC-4EB0-AE67-07909E00C640}" dt="2023-11-09T04:39:31.671" v="1155" actId="403"/>
          <ac:spMkLst>
            <pc:docMk/>
            <pc:sldMk cId="1263875044" sldId="329"/>
            <ac:spMk id="23" creationId="{0316A9A8-39B8-6704-3EE6-45423D5E0005}"/>
          </ac:spMkLst>
        </pc:spChg>
        <pc:spChg chg="add mod">
          <ac:chgData name="Rajeev Nayan" userId="c79980dbab3ed1b6" providerId="LiveId" clId="{2F976C7E-12FC-4EB0-AE67-07909E00C640}" dt="2023-11-09T04:39:26.763" v="1154" actId="403"/>
          <ac:spMkLst>
            <pc:docMk/>
            <pc:sldMk cId="1263875044" sldId="329"/>
            <ac:spMk id="24" creationId="{C5109050-501C-25FD-1793-B8D48CDDD832}"/>
          </ac:spMkLst>
        </pc:spChg>
        <pc:spChg chg="add mod">
          <ac:chgData name="Rajeev Nayan" userId="c79980dbab3ed1b6" providerId="LiveId" clId="{2F976C7E-12FC-4EB0-AE67-07909E00C640}" dt="2023-11-09T04:39:52.800" v="1161" actId="207"/>
          <ac:spMkLst>
            <pc:docMk/>
            <pc:sldMk cId="1263875044" sldId="329"/>
            <ac:spMk id="25" creationId="{A4F89D63-C503-60B1-107C-BAC3B563BD20}"/>
          </ac:spMkLst>
        </pc:spChg>
        <pc:spChg chg="add mod">
          <ac:chgData name="Rajeev Nayan" userId="c79980dbab3ed1b6" providerId="LiveId" clId="{2F976C7E-12FC-4EB0-AE67-07909E00C640}" dt="2023-11-09T05:04:09.996" v="1924" actId="20577"/>
          <ac:spMkLst>
            <pc:docMk/>
            <pc:sldMk cId="1263875044" sldId="329"/>
            <ac:spMk id="26" creationId="{9A44CD68-AC05-918E-77E4-C57E4C0296DF}"/>
          </ac:spMkLst>
        </pc:spChg>
        <pc:spChg chg="add mod">
          <ac:chgData name="Rajeev Nayan" userId="c79980dbab3ed1b6" providerId="LiveId" clId="{2F976C7E-12FC-4EB0-AE67-07909E00C640}" dt="2023-11-09T04:40:37.016" v="1173" actId="404"/>
          <ac:spMkLst>
            <pc:docMk/>
            <pc:sldMk cId="1263875044" sldId="329"/>
            <ac:spMk id="27" creationId="{DB8ECA7E-F25F-6C15-B4EE-58B510162E2C}"/>
          </ac:spMkLst>
        </pc:spChg>
        <pc:spChg chg="add mod">
          <ac:chgData name="Rajeev Nayan" userId="c79980dbab3ed1b6" providerId="LiveId" clId="{2F976C7E-12FC-4EB0-AE67-07909E00C640}" dt="2023-11-09T04:40:50.263" v="1177" actId="207"/>
          <ac:spMkLst>
            <pc:docMk/>
            <pc:sldMk cId="1263875044" sldId="329"/>
            <ac:spMk id="28" creationId="{7C21A80B-6366-82E8-8D5D-FEF30921CEF0}"/>
          </ac:spMkLst>
        </pc:spChg>
        <pc:spChg chg="add mod">
          <ac:chgData name="Rajeev Nayan" userId="c79980dbab3ed1b6" providerId="LiveId" clId="{2F976C7E-12FC-4EB0-AE67-07909E00C640}" dt="2023-11-09T04:41:02.363" v="1181" actId="403"/>
          <ac:spMkLst>
            <pc:docMk/>
            <pc:sldMk cId="1263875044" sldId="329"/>
            <ac:spMk id="29" creationId="{94DF49E1-10EF-73C4-120B-F588D3283E99}"/>
          </ac:spMkLst>
        </pc:spChg>
        <pc:graphicFrameChg chg="del">
          <ac:chgData name="Rajeev Nayan" userId="c79980dbab3ed1b6" providerId="LiveId" clId="{2F976C7E-12FC-4EB0-AE67-07909E00C640}" dt="2023-11-09T04:19:00.285" v="539" actId="478"/>
          <ac:graphicFrameMkLst>
            <pc:docMk/>
            <pc:sldMk cId="1263875044" sldId="329"/>
            <ac:graphicFrameMk id="6" creationId="{0C13AF58-0A57-17B6-8A17-FFB296CEA922}"/>
          </ac:graphicFrameMkLst>
        </pc:graphicFrameChg>
        <pc:cxnChg chg="add del mod">
          <ac:chgData name="Rajeev Nayan" userId="c79980dbab3ed1b6" providerId="LiveId" clId="{2F976C7E-12FC-4EB0-AE67-07909E00C640}" dt="2023-11-09T04:34:35.880" v="959" actId="478"/>
          <ac:cxnSpMkLst>
            <pc:docMk/>
            <pc:sldMk cId="1263875044" sldId="329"/>
            <ac:cxnSpMk id="16" creationId="{AE568C13-2151-537B-4DB9-D506B52CDBA6}"/>
          </ac:cxnSpMkLst>
        </pc:cxnChg>
        <pc:cxnChg chg="add del mod">
          <ac:chgData name="Rajeev Nayan" userId="c79980dbab3ed1b6" providerId="LiveId" clId="{2F976C7E-12FC-4EB0-AE67-07909E00C640}" dt="2023-11-09T04:34:35.880" v="959" actId="478"/>
          <ac:cxnSpMkLst>
            <pc:docMk/>
            <pc:sldMk cId="1263875044" sldId="329"/>
            <ac:cxnSpMk id="17" creationId="{78CA4E51-DC7A-02A1-B097-AF2A9E381328}"/>
          </ac:cxnSpMkLst>
        </pc:cxnChg>
        <pc:cxnChg chg="add del mod">
          <ac:chgData name="Rajeev Nayan" userId="c79980dbab3ed1b6" providerId="LiveId" clId="{2F976C7E-12FC-4EB0-AE67-07909E00C640}" dt="2023-11-09T04:34:35.880" v="959" actId="478"/>
          <ac:cxnSpMkLst>
            <pc:docMk/>
            <pc:sldMk cId="1263875044" sldId="329"/>
            <ac:cxnSpMk id="18" creationId="{4959AC56-39B9-A619-4FEC-60E1301CBA7A}"/>
          </ac:cxnSpMkLst>
        </pc:cxnChg>
        <pc:cxnChg chg="add del mod">
          <ac:chgData name="Rajeev Nayan" userId="c79980dbab3ed1b6" providerId="LiveId" clId="{2F976C7E-12FC-4EB0-AE67-07909E00C640}" dt="2023-11-09T04:34:35.880" v="959" actId="478"/>
          <ac:cxnSpMkLst>
            <pc:docMk/>
            <pc:sldMk cId="1263875044" sldId="329"/>
            <ac:cxnSpMk id="19" creationId="{254FF968-5061-4A47-FA00-5353DE8E8EB5}"/>
          </ac:cxnSpMkLst>
        </pc:cxnChg>
        <pc:cxnChg chg="add del mod">
          <ac:chgData name="Rajeev Nayan" userId="c79980dbab3ed1b6" providerId="LiveId" clId="{2F976C7E-12FC-4EB0-AE67-07909E00C640}" dt="2023-11-09T04:34:35.880" v="959" actId="478"/>
          <ac:cxnSpMkLst>
            <pc:docMk/>
            <pc:sldMk cId="1263875044" sldId="329"/>
            <ac:cxnSpMk id="20" creationId="{09FF2B33-B64C-7612-A33B-4FAC121860F1}"/>
          </ac:cxnSpMkLst>
        </pc:cxnChg>
        <pc:cxnChg chg="add mod">
          <ac:chgData name="Rajeev Nayan" userId="c79980dbab3ed1b6" providerId="LiveId" clId="{2F976C7E-12FC-4EB0-AE67-07909E00C640}" dt="2023-11-09T04:41:28.592" v="1185" actId="1582"/>
          <ac:cxnSpMkLst>
            <pc:docMk/>
            <pc:sldMk cId="1263875044" sldId="329"/>
            <ac:cxnSpMk id="31" creationId="{F9C6885F-9D65-F4E3-04F4-C1A7AA8FB3EB}"/>
          </ac:cxnSpMkLst>
        </pc:cxnChg>
        <pc:cxnChg chg="add mod">
          <ac:chgData name="Rajeev Nayan" userId="c79980dbab3ed1b6" providerId="LiveId" clId="{2F976C7E-12FC-4EB0-AE67-07909E00C640}" dt="2023-11-09T04:41:34.834" v="1187" actId="1076"/>
          <ac:cxnSpMkLst>
            <pc:docMk/>
            <pc:sldMk cId="1263875044" sldId="329"/>
            <ac:cxnSpMk id="32" creationId="{F218BB83-04CB-530C-49C9-1AB0756DF582}"/>
          </ac:cxnSpMkLst>
        </pc:cxnChg>
        <pc:cxnChg chg="add mod">
          <ac:chgData name="Rajeev Nayan" userId="c79980dbab3ed1b6" providerId="LiveId" clId="{2F976C7E-12FC-4EB0-AE67-07909E00C640}" dt="2023-11-09T04:41:46.545" v="1190" actId="14100"/>
          <ac:cxnSpMkLst>
            <pc:docMk/>
            <pc:sldMk cId="1263875044" sldId="329"/>
            <ac:cxnSpMk id="33" creationId="{67670243-37D0-D54E-798C-2E5F598BA9EC}"/>
          </ac:cxnSpMkLst>
        </pc:cxnChg>
        <pc:cxnChg chg="add mod">
          <ac:chgData name="Rajeev Nayan" userId="c79980dbab3ed1b6" providerId="LiveId" clId="{2F976C7E-12FC-4EB0-AE67-07909E00C640}" dt="2023-11-09T04:41:58.393" v="1194" actId="1076"/>
          <ac:cxnSpMkLst>
            <pc:docMk/>
            <pc:sldMk cId="1263875044" sldId="329"/>
            <ac:cxnSpMk id="35" creationId="{A6AB1189-D448-1061-E599-16B1A40F9C55}"/>
          </ac:cxnSpMkLst>
        </pc:cxnChg>
        <pc:cxnChg chg="add mod">
          <ac:chgData name="Rajeev Nayan" userId="c79980dbab3ed1b6" providerId="LiveId" clId="{2F976C7E-12FC-4EB0-AE67-07909E00C640}" dt="2023-11-09T04:42:04.622" v="1196" actId="1076"/>
          <ac:cxnSpMkLst>
            <pc:docMk/>
            <pc:sldMk cId="1263875044" sldId="329"/>
            <ac:cxnSpMk id="37" creationId="{1C5BF0D6-0E17-2F5A-B1D6-4C8EBB1952BB}"/>
          </ac:cxnSpMkLst>
        </pc:cxnChg>
        <pc:cxnChg chg="add mod">
          <ac:chgData name="Rajeev Nayan" userId="c79980dbab3ed1b6" providerId="LiveId" clId="{2F976C7E-12FC-4EB0-AE67-07909E00C640}" dt="2023-11-09T04:42:12.616" v="1198" actId="1076"/>
          <ac:cxnSpMkLst>
            <pc:docMk/>
            <pc:sldMk cId="1263875044" sldId="329"/>
            <ac:cxnSpMk id="38" creationId="{21D7C6B6-4528-3EAA-11D6-7F31BD3E8BF0}"/>
          </ac:cxnSpMkLst>
        </pc:cxnChg>
      </pc:sldChg>
      <pc:sldChg chg="del">
        <pc:chgData name="Rajeev Nayan" userId="c79980dbab3ed1b6" providerId="LiveId" clId="{2F976C7E-12FC-4EB0-AE67-07909E00C640}" dt="2023-11-09T04:46:57.531" v="1298" actId="47"/>
        <pc:sldMkLst>
          <pc:docMk/>
          <pc:sldMk cId="1239358510" sldId="330"/>
        </pc:sldMkLst>
      </pc:sldChg>
      <pc:sldChg chg="del">
        <pc:chgData name="Rajeev Nayan" userId="c79980dbab3ed1b6" providerId="LiveId" clId="{2F976C7E-12FC-4EB0-AE67-07909E00C640}" dt="2023-11-09T04:46:55.959" v="1297" actId="47"/>
        <pc:sldMkLst>
          <pc:docMk/>
          <pc:sldMk cId="2590855744" sldId="331"/>
        </pc:sldMkLst>
      </pc:sldChg>
      <pc:sldChg chg="del">
        <pc:chgData name="Rajeev Nayan" userId="c79980dbab3ed1b6" providerId="LiveId" clId="{2F976C7E-12FC-4EB0-AE67-07909E00C640}" dt="2023-11-09T04:33:10.199" v="935" actId="47"/>
        <pc:sldMkLst>
          <pc:docMk/>
          <pc:sldMk cId="4146645359" sldId="332"/>
        </pc:sldMkLst>
      </pc:sldChg>
      <pc:sldChg chg="del">
        <pc:chgData name="Rajeev Nayan" userId="c79980dbab3ed1b6" providerId="LiveId" clId="{2F976C7E-12FC-4EB0-AE67-07909E00C640}" dt="2023-11-09T04:33:12.451" v="936" actId="47"/>
        <pc:sldMkLst>
          <pc:docMk/>
          <pc:sldMk cId="2141700674" sldId="333"/>
        </pc:sldMkLst>
      </pc:sldChg>
      <pc:sldChg chg="del">
        <pc:chgData name="Rajeev Nayan" userId="c79980dbab3ed1b6" providerId="LiveId" clId="{2F976C7E-12FC-4EB0-AE67-07909E00C640}" dt="2023-11-09T04:46:53.877" v="1296" actId="47"/>
        <pc:sldMkLst>
          <pc:docMk/>
          <pc:sldMk cId="2607450225" sldId="334"/>
        </pc:sldMkLst>
      </pc:sldChg>
      <pc:sldChg chg="del">
        <pc:chgData name="Rajeev Nayan" userId="c79980dbab3ed1b6" providerId="LiveId" clId="{2F976C7E-12FC-4EB0-AE67-07909E00C640}" dt="2023-11-09T04:46:52.047" v="1295" actId="47"/>
        <pc:sldMkLst>
          <pc:docMk/>
          <pc:sldMk cId="758882227" sldId="335"/>
        </pc:sldMkLst>
      </pc:sldChg>
      <pc:sldChg chg="del">
        <pc:chgData name="Rajeev Nayan" userId="c79980dbab3ed1b6" providerId="LiveId" clId="{2F976C7E-12FC-4EB0-AE67-07909E00C640}" dt="2023-11-09T04:46:49.523" v="1294" actId="47"/>
        <pc:sldMkLst>
          <pc:docMk/>
          <pc:sldMk cId="2499958832" sldId="336"/>
        </pc:sldMkLst>
      </pc:sldChg>
      <pc:sldChg chg="addSp delSp modSp mod">
        <pc:chgData name="Rajeev Nayan" userId="c79980dbab3ed1b6" providerId="LiveId" clId="{2F976C7E-12FC-4EB0-AE67-07909E00C640}" dt="2023-11-09T05:00:34.420" v="1802" actId="20577"/>
        <pc:sldMkLst>
          <pc:docMk/>
          <pc:sldMk cId="394375464" sldId="337"/>
        </pc:sldMkLst>
        <pc:spChg chg="mod">
          <ac:chgData name="Rajeev Nayan" userId="c79980dbab3ed1b6" providerId="LiveId" clId="{2F976C7E-12FC-4EB0-AE67-07909E00C640}" dt="2023-11-09T04:46:38.272" v="1293" actId="20577"/>
          <ac:spMkLst>
            <pc:docMk/>
            <pc:sldMk cId="394375464" sldId="337"/>
            <ac:spMk id="2" creationId="{FE92A9E4-3B33-8623-FB27-6D7248C372EA}"/>
          </ac:spMkLst>
        </pc:spChg>
        <pc:spChg chg="del mod">
          <ac:chgData name="Rajeev Nayan" userId="c79980dbab3ed1b6" providerId="LiveId" clId="{2F976C7E-12FC-4EB0-AE67-07909E00C640}" dt="2023-11-09T04:55:32.425" v="1688" actId="478"/>
          <ac:spMkLst>
            <pc:docMk/>
            <pc:sldMk cId="394375464" sldId="337"/>
            <ac:spMk id="3" creationId="{18559EBB-1744-14F2-6EEA-D5BDC030F0C9}"/>
          </ac:spMkLst>
        </pc:spChg>
        <pc:spChg chg="mod">
          <ac:chgData name="Rajeev Nayan" userId="c79980dbab3ed1b6" providerId="LiveId" clId="{2F976C7E-12FC-4EB0-AE67-07909E00C640}" dt="2023-11-09T05:00:34.420" v="1802" actId="20577"/>
          <ac:spMkLst>
            <pc:docMk/>
            <pc:sldMk cId="394375464" sldId="337"/>
            <ac:spMk id="4" creationId="{AAD9F940-BA56-74F7-87F0-7199A77BB8B8}"/>
          </ac:spMkLst>
        </pc:spChg>
        <pc:spChg chg="del mod">
          <ac:chgData name="Rajeev Nayan" userId="c79980dbab3ed1b6" providerId="LiveId" clId="{2F976C7E-12FC-4EB0-AE67-07909E00C640}" dt="2023-11-09T04:55:19.554" v="1686" actId="478"/>
          <ac:spMkLst>
            <pc:docMk/>
            <pc:sldMk cId="394375464" sldId="337"/>
            <ac:spMk id="5" creationId="{621A83F6-ADD2-533E-DD3D-2171EC6F7E11}"/>
          </ac:spMkLst>
        </pc:spChg>
        <pc:spChg chg="del mod">
          <ac:chgData name="Rajeev Nayan" userId="c79980dbab3ed1b6" providerId="LiveId" clId="{2F976C7E-12FC-4EB0-AE67-07909E00C640}" dt="2023-11-09T04:56:35.221" v="1701" actId="478"/>
          <ac:spMkLst>
            <pc:docMk/>
            <pc:sldMk cId="394375464" sldId="337"/>
            <ac:spMk id="6" creationId="{D17DB5B2-8F12-4C2A-D018-C12FD16160B5}"/>
          </ac:spMkLst>
        </pc:spChg>
        <pc:spChg chg="del mod">
          <ac:chgData name="Rajeev Nayan" userId="c79980dbab3ed1b6" providerId="LiveId" clId="{2F976C7E-12FC-4EB0-AE67-07909E00C640}" dt="2023-11-09T04:54:46.449" v="1654" actId="478"/>
          <ac:spMkLst>
            <pc:docMk/>
            <pc:sldMk cId="394375464" sldId="337"/>
            <ac:spMk id="10" creationId="{A508684D-1AA5-491C-E832-1EB26568CC05}"/>
          </ac:spMkLst>
        </pc:spChg>
        <pc:spChg chg="del mod">
          <ac:chgData name="Rajeev Nayan" userId="c79980dbab3ed1b6" providerId="LiveId" clId="{2F976C7E-12FC-4EB0-AE67-07909E00C640}" dt="2023-11-09T04:56:41.303" v="1703" actId="478"/>
          <ac:spMkLst>
            <pc:docMk/>
            <pc:sldMk cId="394375464" sldId="337"/>
            <ac:spMk id="11" creationId="{3FE9FCFF-DB0B-28A0-AC61-CFCB265C5B31}"/>
          </ac:spMkLst>
        </pc:spChg>
        <pc:spChg chg="add del mod">
          <ac:chgData name="Rajeev Nayan" userId="c79980dbab3ed1b6" providerId="LiveId" clId="{2F976C7E-12FC-4EB0-AE67-07909E00C640}" dt="2023-11-09T04:52:46.532" v="1601" actId="478"/>
          <ac:spMkLst>
            <pc:docMk/>
            <pc:sldMk cId="394375464" sldId="337"/>
            <ac:spMk id="12" creationId="{0BCBFF81-F8A6-EB09-DD66-EE812C5E1EBE}"/>
          </ac:spMkLst>
        </pc:spChg>
        <pc:spChg chg="add del mod">
          <ac:chgData name="Rajeev Nayan" userId="c79980dbab3ed1b6" providerId="LiveId" clId="{2F976C7E-12FC-4EB0-AE67-07909E00C640}" dt="2023-11-09T04:52:51.171" v="1603" actId="478"/>
          <ac:spMkLst>
            <pc:docMk/>
            <pc:sldMk cId="394375464" sldId="337"/>
            <ac:spMk id="14" creationId="{250BA58A-644D-271F-2008-B06E08E3BC1D}"/>
          </ac:spMkLst>
        </pc:spChg>
        <pc:spChg chg="add del mod">
          <ac:chgData name="Rajeev Nayan" userId="c79980dbab3ed1b6" providerId="LiveId" clId="{2F976C7E-12FC-4EB0-AE67-07909E00C640}" dt="2023-11-09T04:52:55.952" v="1605" actId="478"/>
          <ac:spMkLst>
            <pc:docMk/>
            <pc:sldMk cId="394375464" sldId="337"/>
            <ac:spMk id="20" creationId="{742233D6-1E3F-0A44-00E2-9004C9943A9B}"/>
          </ac:spMkLst>
        </pc:spChg>
        <pc:spChg chg="add del mod">
          <ac:chgData name="Rajeev Nayan" userId="c79980dbab3ed1b6" providerId="LiveId" clId="{2F976C7E-12FC-4EB0-AE67-07909E00C640}" dt="2023-11-09T04:56:52.311" v="1708" actId="478"/>
          <ac:spMkLst>
            <pc:docMk/>
            <pc:sldMk cId="394375464" sldId="337"/>
            <ac:spMk id="21" creationId="{CA340C16-6107-7B10-B178-8933B8099810}"/>
          </ac:spMkLst>
        </pc:spChg>
        <pc:spChg chg="add del mod">
          <ac:chgData name="Rajeev Nayan" userId="c79980dbab3ed1b6" providerId="LiveId" clId="{2F976C7E-12FC-4EB0-AE67-07909E00C640}" dt="2023-11-09T04:54:49.844" v="1655" actId="478"/>
          <ac:spMkLst>
            <pc:docMk/>
            <pc:sldMk cId="394375464" sldId="337"/>
            <ac:spMk id="23" creationId="{0BCF623B-4FEF-47B1-643C-A79A99FD2952}"/>
          </ac:spMkLst>
        </pc:spChg>
        <pc:spChg chg="add del mod">
          <ac:chgData name="Rajeev Nayan" userId="c79980dbab3ed1b6" providerId="LiveId" clId="{2F976C7E-12FC-4EB0-AE67-07909E00C640}" dt="2023-11-09T04:55:27.574" v="1687" actId="478"/>
          <ac:spMkLst>
            <pc:docMk/>
            <pc:sldMk cId="394375464" sldId="337"/>
            <ac:spMk id="25" creationId="{70E429EA-6C30-E538-B3DF-B99BF2D093DE}"/>
          </ac:spMkLst>
        </pc:spChg>
        <pc:spChg chg="add del mod">
          <ac:chgData name="Rajeev Nayan" userId="c79980dbab3ed1b6" providerId="LiveId" clId="{2F976C7E-12FC-4EB0-AE67-07909E00C640}" dt="2023-11-09T04:55:34.461" v="1689" actId="478"/>
          <ac:spMkLst>
            <pc:docMk/>
            <pc:sldMk cId="394375464" sldId="337"/>
            <ac:spMk id="27" creationId="{172DD8BA-BC85-00F3-2090-A097C701F3F5}"/>
          </ac:spMkLst>
        </pc:spChg>
        <pc:picChg chg="del">
          <ac:chgData name="Rajeev Nayan" userId="c79980dbab3ed1b6" providerId="LiveId" clId="{2F976C7E-12FC-4EB0-AE67-07909E00C640}" dt="2023-11-09T04:52:49.852" v="1602" actId="478"/>
          <ac:picMkLst>
            <pc:docMk/>
            <pc:sldMk cId="394375464" sldId="337"/>
            <ac:picMk id="15" creationId="{D6EBC2A8-A6B3-B04E-41A4-25A9A0676AD0}"/>
          </ac:picMkLst>
        </pc:picChg>
        <pc:picChg chg="del">
          <ac:chgData name="Rajeev Nayan" userId="c79980dbab3ed1b6" providerId="LiveId" clId="{2F976C7E-12FC-4EB0-AE67-07909E00C640}" dt="2023-11-09T04:52:44.309" v="1600" actId="478"/>
          <ac:picMkLst>
            <pc:docMk/>
            <pc:sldMk cId="394375464" sldId="337"/>
            <ac:picMk id="16" creationId="{5231DDDB-E29E-8882-E71C-20340171D8DC}"/>
          </ac:picMkLst>
        </pc:picChg>
        <pc:picChg chg="del">
          <ac:chgData name="Rajeev Nayan" userId="c79980dbab3ed1b6" providerId="LiveId" clId="{2F976C7E-12FC-4EB0-AE67-07909E00C640}" dt="2023-11-09T04:52:54.544" v="1604" actId="478"/>
          <ac:picMkLst>
            <pc:docMk/>
            <pc:sldMk cId="394375464" sldId="337"/>
            <ac:picMk id="17" creationId="{488A4C2A-F5B5-FAD1-D810-289B2092FF6C}"/>
          </ac:picMkLst>
        </pc:picChg>
      </pc:sldChg>
      <pc:sldChg chg="addSp delSp modSp mod">
        <pc:chgData name="Rajeev Nayan" userId="c79980dbab3ed1b6" providerId="LiveId" clId="{2F976C7E-12FC-4EB0-AE67-07909E00C640}" dt="2023-11-09T05:05:56.904" v="1930" actId="20577"/>
        <pc:sldMkLst>
          <pc:docMk/>
          <pc:sldMk cId="409420417" sldId="338"/>
        </pc:sldMkLst>
        <pc:spChg chg="mod">
          <ac:chgData name="Rajeev Nayan" userId="c79980dbab3ed1b6" providerId="LiveId" clId="{2F976C7E-12FC-4EB0-AE67-07909E00C640}" dt="2023-11-09T05:05:56.904" v="1930" actId="20577"/>
          <ac:spMkLst>
            <pc:docMk/>
            <pc:sldMk cId="409420417" sldId="338"/>
            <ac:spMk id="3" creationId="{AA5BCABC-85E9-BA68-F054-2D77592245F0}"/>
          </ac:spMkLst>
        </pc:spChg>
        <pc:spChg chg="add del mod">
          <ac:chgData name="Rajeev Nayan" userId="c79980dbab3ed1b6" providerId="LiveId" clId="{2F976C7E-12FC-4EB0-AE67-07909E00C640}" dt="2023-11-09T04:46:19.802" v="1262" actId="120"/>
          <ac:spMkLst>
            <pc:docMk/>
            <pc:sldMk cId="409420417" sldId="338"/>
            <ac:spMk id="4" creationId="{68003147-27BE-7492-36B6-F405F1156F31}"/>
          </ac:spMkLst>
        </pc:spChg>
        <pc:spChg chg="add del mod">
          <ac:chgData name="Rajeev Nayan" userId="c79980dbab3ed1b6" providerId="LiveId" clId="{2F976C7E-12FC-4EB0-AE67-07909E00C640}" dt="2023-11-09T04:45:45.957" v="1254" actId="478"/>
          <ac:spMkLst>
            <pc:docMk/>
            <pc:sldMk cId="409420417" sldId="338"/>
            <ac:spMk id="8" creationId="{606F8828-C19A-166D-FC5B-9876BB415533}"/>
          </ac:spMkLst>
        </pc:spChg>
        <pc:spChg chg="add del mod">
          <ac:chgData name="Rajeev Nayan" userId="c79980dbab3ed1b6" providerId="LiveId" clId="{2F976C7E-12FC-4EB0-AE67-07909E00C640}" dt="2023-11-09T04:45:58.817" v="1258" actId="478"/>
          <ac:spMkLst>
            <pc:docMk/>
            <pc:sldMk cId="409420417" sldId="338"/>
            <ac:spMk id="10" creationId="{818B138A-E155-E2A2-291A-F3999870920F}"/>
          </ac:spMkLst>
        </pc:spChg>
        <pc:picChg chg="del">
          <ac:chgData name="Rajeev Nayan" userId="c79980dbab3ed1b6" providerId="LiveId" clId="{2F976C7E-12FC-4EB0-AE67-07909E00C640}" dt="2023-11-09T04:45:55.997" v="1257" actId="478"/>
          <ac:picMkLst>
            <pc:docMk/>
            <pc:sldMk cId="409420417" sldId="338"/>
            <ac:picMk id="7" creationId="{70A9CAB5-92AE-2C08-1CA8-8B55D552EEF8}"/>
          </ac:picMkLst>
        </pc:picChg>
      </pc:sldChg>
      <pc:sldChg chg="addSp delSp modSp mod">
        <pc:chgData name="Rajeev Nayan" userId="c79980dbab3ed1b6" providerId="LiveId" clId="{2F976C7E-12FC-4EB0-AE67-07909E00C640}" dt="2023-11-09T05:05:49.691" v="1926" actId="478"/>
        <pc:sldMkLst>
          <pc:docMk/>
          <pc:sldMk cId="3334127647" sldId="339"/>
        </pc:sldMkLst>
        <pc:spChg chg="add del mod">
          <ac:chgData name="Rajeev Nayan" userId="c79980dbab3ed1b6" providerId="LiveId" clId="{2F976C7E-12FC-4EB0-AE67-07909E00C640}" dt="2023-11-09T05:05:49.691" v="1926" actId="478"/>
          <ac:spMkLst>
            <pc:docMk/>
            <pc:sldMk cId="3334127647" sldId="339"/>
            <ac:spMk id="3" creationId="{F3D9840A-DD5E-C6EF-9104-D580ACBF5179}"/>
          </ac:spMkLst>
        </pc:spChg>
        <pc:spChg chg="del">
          <ac:chgData name="Rajeev Nayan" userId="c79980dbab3ed1b6" providerId="LiveId" clId="{2F976C7E-12FC-4EB0-AE67-07909E00C640}" dt="2023-11-09T05:05:45.730" v="1925" actId="478"/>
          <ac:spMkLst>
            <pc:docMk/>
            <pc:sldMk cId="3334127647" sldId="339"/>
            <ac:spMk id="27" creationId="{BB8B6963-69FE-8A03-5E86-2BF855024B00}"/>
          </ac:spMkLst>
        </pc:spChg>
      </pc:sldChg>
      <pc:sldChg chg="addSp delSp modSp add mod">
        <pc:chgData name="Rajeev Nayan" userId="c79980dbab3ed1b6" providerId="LiveId" clId="{2F976C7E-12FC-4EB0-AE67-07909E00C640}" dt="2023-11-09T05:03:40.477" v="1915" actId="313"/>
        <pc:sldMkLst>
          <pc:docMk/>
          <pc:sldMk cId="3082918034" sldId="340"/>
        </pc:sldMkLst>
        <pc:spChg chg="del">
          <ac:chgData name="Rajeev Nayan" userId="c79980dbab3ed1b6" providerId="LiveId" clId="{2F976C7E-12FC-4EB0-AE67-07909E00C640}" dt="2023-11-09T04:29:43.727" v="862" actId="478"/>
          <ac:spMkLst>
            <pc:docMk/>
            <pc:sldMk cId="3082918034" sldId="340"/>
            <ac:spMk id="2" creationId="{F0984788-646A-CF90-D67D-14752A71745D}"/>
          </ac:spMkLst>
        </pc:spChg>
        <pc:spChg chg="mod">
          <ac:chgData name="Rajeev Nayan" userId="c79980dbab3ed1b6" providerId="LiveId" clId="{2F976C7E-12FC-4EB0-AE67-07909E00C640}" dt="2023-11-09T05:03:40.477" v="1915" actId="313"/>
          <ac:spMkLst>
            <pc:docMk/>
            <pc:sldMk cId="3082918034" sldId="340"/>
            <ac:spMk id="6" creationId="{B9F1B146-A7BA-7403-7C7D-F5530225E6AC}"/>
          </ac:spMkLst>
        </pc:spChg>
        <pc:spChg chg="add del mod">
          <ac:chgData name="Rajeev Nayan" userId="c79980dbab3ed1b6" providerId="LiveId" clId="{2F976C7E-12FC-4EB0-AE67-07909E00C640}" dt="2023-11-09T04:29:47.618" v="863" actId="478"/>
          <ac:spMkLst>
            <pc:docMk/>
            <pc:sldMk cId="3082918034" sldId="340"/>
            <ac:spMk id="7" creationId="{F5283ED9-0A28-7DFB-7500-72A0D16D7468}"/>
          </ac:spMkLst>
        </pc:spChg>
        <pc:spChg chg="mod">
          <ac:chgData name="Rajeev Nayan" userId="c79980dbab3ed1b6" providerId="LiveId" clId="{2F976C7E-12FC-4EB0-AE67-07909E00C640}" dt="2023-11-09T04:30:19.775" v="870" actId="403"/>
          <ac:spMkLst>
            <pc:docMk/>
            <pc:sldMk cId="3082918034" sldId="340"/>
            <ac:spMk id="8" creationId="{407B3F3F-F22A-AA77-1B34-CA28E45D8E86}"/>
          </ac:spMkLst>
        </pc:spChg>
        <pc:spChg chg="add mod ord">
          <ac:chgData name="Rajeev Nayan" userId="c79980dbab3ed1b6" providerId="LiveId" clId="{2F976C7E-12FC-4EB0-AE67-07909E00C640}" dt="2023-11-09T04:30:13.701" v="868" actId="171"/>
          <ac:spMkLst>
            <pc:docMk/>
            <pc:sldMk cId="3082918034" sldId="340"/>
            <ac:spMk id="9" creationId="{527EB979-CFFD-8195-02DF-CC2025D9C484}"/>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BA57456-157A-C12A-2FEC-91B7B9EE491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D9D46761-828E-1508-56BD-BAEADF34862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FF95820-84BB-3447-8286-60A51307E7F2}" type="datetimeFigureOut">
              <a:rPr lang="en-US" smtClean="0"/>
              <a:t>1/1/2026</a:t>
            </a:fld>
            <a:endParaRPr lang="en-US" dirty="0"/>
          </a:p>
        </p:txBody>
      </p:sp>
      <p:sp>
        <p:nvSpPr>
          <p:cNvPr id="4" name="Footer Placeholder 3">
            <a:extLst>
              <a:ext uri="{FF2B5EF4-FFF2-40B4-BE49-F238E27FC236}">
                <a16:creationId xmlns:a16="http://schemas.microsoft.com/office/drawing/2014/main" id="{CD428A7E-6B0E-809C-73D1-4B5E2FF471A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89A5AA6-0C5B-430A-E0C4-C90B2F0A1C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E476440-F66F-F947-8EFC-EA5202ACFD25}" type="slidenum">
              <a:rPr lang="en-US" smtClean="0"/>
              <a:t>‹#›</a:t>
            </a:fld>
            <a:endParaRPr lang="en-US" dirty="0"/>
          </a:p>
        </p:txBody>
      </p:sp>
    </p:spTree>
    <p:extLst>
      <p:ext uri="{BB962C8B-B14F-4D97-AF65-F5344CB8AC3E}">
        <p14:creationId xmlns:p14="http://schemas.microsoft.com/office/powerpoint/2010/main" val="2337117637"/>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08FC54-6AE4-6A4A-9756-823A0F1BE5A6}" type="datetimeFigureOut">
              <a:rPr lang="en-US" smtClean="0"/>
              <a:t>1/1/2026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79E9EB-07EB-9D44-9F5A-AB1FBECCDD88}" type="slidenum">
              <a:rPr lang="en-US" smtClean="0"/>
              <a:t>‹#›</a:t>
            </a:fld>
            <a:endParaRPr lang="en-US" dirty="0"/>
          </a:p>
        </p:txBody>
      </p:sp>
    </p:spTree>
    <p:extLst>
      <p:ext uri="{BB962C8B-B14F-4D97-AF65-F5344CB8AC3E}">
        <p14:creationId xmlns:p14="http://schemas.microsoft.com/office/powerpoint/2010/main" val="1546758749"/>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51C745E-9B5A-59BF-BF50-4F251E39D58D}"/>
              </a:ext>
            </a:extLst>
          </p:cNvPr>
          <p:cNvSpPr/>
          <p:nvPr userDrawn="1"/>
        </p:nvSpPr>
        <p:spPr>
          <a:xfrm>
            <a:off x="304800" y="266701"/>
            <a:ext cx="11582400" cy="63245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1524000" y="6044184"/>
            <a:ext cx="9144000" cy="356616"/>
          </a:xfrm>
        </p:spPr>
        <p:txBody>
          <a:bodyPr/>
          <a:lstStyle>
            <a:lvl1pPr marL="0" indent="0" algn="ctr">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Picture Placeholder 9">
            <a:extLst>
              <a:ext uri="{FF2B5EF4-FFF2-40B4-BE49-F238E27FC236}">
                <a16:creationId xmlns:a16="http://schemas.microsoft.com/office/drawing/2014/main" id="{F2B4A7EA-9E3F-9CE1-56B5-92F4FDDA6991}"/>
              </a:ext>
            </a:extLst>
          </p:cNvPr>
          <p:cNvSpPr>
            <a:spLocks noGrp="1"/>
          </p:cNvSpPr>
          <p:nvPr>
            <p:ph type="pic" sz="quarter" idx="10"/>
          </p:nvPr>
        </p:nvSpPr>
        <p:spPr>
          <a:xfrm>
            <a:off x="2324100" y="758952"/>
            <a:ext cx="7543800" cy="5029200"/>
          </a:xfrm>
          <a:custGeom>
            <a:avLst/>
            <a:gdLst>
              <a:gd name="connsiteX0" fmla="*/ 3567113 w 7543800"/>
              <a:gd name="connsiteY0" fmla="*/ 4869270 h 5029200"/>
              <a:gd name="connsiteX1" fmla="*/ 3567113 w 7543800"/>
              <a:gd name="connsiteY1" fmla="*/ 4957572 h 5029200"/>
              <a:gd name="connsiteX2" fmla="*/ 3976688 w 7543800"/>
              <a:gd name="connsiteY2" fmla="*/ 4957572 h 5029200"/>
              <a:gd name="connsiteX3" fmla="*/ 3976688 w 7543800"/>
              <a:gd name="connsiteY3" fmla="*/ 4869270 h 5029200"/>
              <a:gd name="connsiteX4" fmla="*/ 0 w 7543800"/>
              <a:gd name="connsiteY4" fmla="*/ 0 h 5029200"/>
              <a:gd name="connsiteX5" fmla="*/ 7543800 w 7543800"/>
              <a:gd name="connsiteY5" fmla="*/ 0 h 5029200"/>
              <a:gd name="connsiteX6" fmla="*/ 7543800 w 7543800"/>
              <a:gd name="connsiteY6" fmla="*/ 5029200 h 5029200"/>
              <a:gd name="connsiteX7" fmla="*/ 0 w 7543800"/>
              <a:gd name="connsiteY7" fmla="*/ 5029200 h 502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43800" h="5029200">
                <a:moveTo>
                  <a:pt x="3567113" y="4869270"/>
                </a:moveTo>
                <a:lnTo>
                  <a:pt x="3567113" y="4957572"/>
                </a:lnTo>
                <a:lnTo>
                  <a:pt x="3976688" y="4957572"/>
                </a:lnTo>
                <a:lnTo>
                  <a:pt x="3976688" y="4869270"/>
                </a:lnTo>
                <a:close/>
                <a:moveTo>
                  <a:pt x="0" y="0"/>
                </a:moveTo>
                <a:lnTo>
                  <a:pt x="7543800" y="0"/>
                </a:lnTo>
                <a:lnTo>
                  <a:pt x="7543800" y="5029200"/>
                </a:lnTo>
                <a:lnTo>
                  <a:pt x="0" y="5029200"/>
                </a:lnTo>
                <a:close/>
              </a:path>
            </a:pathLst>
          </a:custGeom>
        </p:spPr>
        <p:txBody>
          <a:bodyPr wrap="square">
            <a:noAutofit/>
          </a:bodyPr>
          <a:lstStyle>
            <a:lvl1pPr marL="0" indent="0" algn="ctr">
              <a:buNone/>
              <a:defRPr/>
            </a:lvl1pPr>
          </a:lstStyle>
          <a:p>
            <a:r>
              <a:rPr lang="en-US"/>
              <a:t>Click icon to add picture</a:t>
            </a:r>
            <a:endParaRPr lang="en-US" dirty="0"/>
          </a:p>
        </p:txBody>
      </p:sp>
      <p:sp>
        <p:nvSpPr>
          <p:cNvPr id="9" name="Title 8">
            <a:extLst>
              <a:ext uri="{FF2B5EF4-FFF2-40B4-BE49-F238E27FC236}">
                <a16:creationId xmlns:a16="http://schemas.microsoft.com/office/drawing/2014/main" id="{42398E06-9E0E-BC81-DEB5-1DB2F8635C23}"/>
              </a:ext>
            </a:extLst>
          </p:cNvPr>
          <p:cNvSpPr>
            <a:spLocks noGrp="1"/>
          </p:cNvSpPr>
          <p:nvPr>
            <p:ph type="title"/>
          </p:nvPr>
        </p:nvSpPr>
        <p:spPr>
          <a:xfrm>
            <a:off x="838200" y="3108960"/>
            <a:ext cx="10515600" cy="640080"/>
          </a:xfrm>
        </p:spPr>
        <p:txBody>
          <a:bodyPr anchor="ctr"/>
          <a:lstStyle>
            <a:lvl1pPr algn="ctr">
              <a:defRPr sz="6000" spc="300" baseline="0"/>
            </a:lvl1pPr>
          </a:lstStyle>
          <a:p>
            <a:r>
              <a:rPr lang="en-US"/>
              <a:t>Click to edit Master title style</a:t>
            </a:r>
            <a:endParaRPr lang="en-US" dirty="0"/>
          </a:p>
        </p:txBody>
      </p:sp>
      <p:sp>
        <p:nvSpPr>
          <p:cNvPr id="11" name="Rectangle 10">
            <a:extLst>
              <a:ext uri="{FF2B5EF4-FFF2-40B4-BE49-F238E27FC236}">
                <a16:creationId xmlns:a16="http://schemas.microsoft.com/office/drawing/2014/main" id="{39F70834-CB8D-A95B-D859-6E5B4C6B4F78}"/>
              </a:ext>
            </a:extLst>
          </p:cNvPr>
          <p:cNvSpPr/>
          <p:nvPr userDrawn="1"/>
        </p:nvSpPr>
        <p:spPr>
          <a:xfrm>
            <a:off x="5891213" y="5628222"/>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90691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with image righ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94B2501-78A9-E41B-7C2D-09F09ADDCB5E}"/>
              </a:ext>
            </a:extLst>
          </p:cNvPr>
          <p:cNvSpPr/>
          <p:nvPr userDrawn="1"/>
        </p:nvSpPr>
        <p:spPr>
          <a:xfrm>
            <a:off x="8610600" y="0"/>
            <a:ext cx="35814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BBA0478E-A529-CF4E-CE5C-583ACA20D66C}"/>
              </a:ext>
            </a:extLst>
          </p:cNvPr>
          <p:cNvSpPr/>
          <p:nvPr userDrawn="1"/>
        </p:nvSpPr>
        <p:spPr>
          <a:xfrm>
            <a:off x="4462849" y="685800"/>
            <a:ext cx="7119551" cy="54864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295400" y="1124712"/>
            <a:ext cx="3886200" cy="548640"/>
          </a:xfrm>
        </p:spPr>
        <p:txBody>
          <a:bodyPr/>
          <a:lstStyle>
            <a:lvl1pPr>
              <a:defRPr spc="300" baseline="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295400" y="2816352"/>
            <a:ext cx="3602736" cy="3364992"/>
          </a:xfrm>
        </p:spPr>
        <p:txBody>
          <a:bodyPr/>
          <a:lstStyle>
            <a:lvl1pPr marL="0" indent="0">
              <a:lnSpc>
                <a:spcPct val="150000"/>
              </a:lnSpc>
              <a:buNone/>
              <a:defRPr sz="2000" cap="all" spc="0" baseline="0"/>
            </a:lvl1pPr>
            <a:lvl2pPr marL="228600">
              <a:defRPr spc="0" baseline="0"/>
            </a:lvl2pPr>
            <a:lvl3pPr marL="457200">
              <a:defRPr spc="0" baseline="0"/>
            </a:lvl3pPr>
            <a:lvl4pPr marL="685800">
              <a:defRPr spc="0" baseline="0"/>
            </a:lvl4pPr>
            <a:lvl5pPr marL="1143000">
              <a:defRPr spc="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D17F99EA-AB5F-24F3-D971-2B9BDE3B4F3C}"/>
              </a:ext>
            </a:extLst>
          </p:cNvPr>
          <p:cNvSpPr txBox="1"/>
          <p:nvPr userDrawn="1"/>
        </p:nvSpPr>
        <p:spPr>
          <a:xfrm>
            <a:off x="641838" y="5547946"/>
            <a:ext cx="184731" cy="369332"/>
          </a:xfrm>
          <a:prstGeom prst="rect">
            <a:avLst/>
          </a:prstGeom>
          <a:noFill/>
        </p:spPr>
        <p:txBody>
          <a:bodyPr wrap="none" rtlCol="0">
            <a:spAutoFit/>
          </a:bodyPr>
          <a:lstStyle/>
          <a:p>
            <a:endParaRPr lang="en-US" dirty="0"/>
          </a:p>
        </p:txBody>
      </p:sp>
      <p:sp>
        <p:nvSpPr>
          <p:cNvPr id="9" name="Slide Number Placeholder 8">
            <a:extLst>
              <a:ext uri="{FF2B5EF4-FFF2-40B4-BE49-F238E27FC236}">
                <a16:creationId xmlns:a16="http://schemas.microsoft.com/office/drawing/2014/main" id="{969BB099-33E8-8B24-7E54-70E7457A1C7B}"/>
              </a:ext>
            </a:extLst>
          </p:cNvPr>
          <p:cNvSpPr>
            <a:spLocks noGrp="1"/>
          </p:cNvSpPr>
          <p:nvPr>
            <p:ph type="sldNum" sz="quarter" idx="11"/>
          </p:nvPr>
        </p:nvSpPr>
        <p:spPr/>
        <p:txBody>
          <a:bodyPr/>
          <a:lstStyle/>
          <a:p>
            <a:fld id="{75DF2D63-3FF5-D547-96B9-BE9CCD1ABA58}" type="slidenum">
              <a:rPr lang="en-US" smtClean="0"/>
              <a:t>‹#›</a:t>
            </a:fld>
            <a:endParaRPr lang="en-US" dirty="0"/>
          </a:p>
        </p:txBody>
      </p:sp>
      <p:sp>
        <p:nvSpPr>
          <p:cNvPr id="10" name="Footer Placeholder 9">
            <a:extLst>
              <a:ext uri="{FF2B5EF4-FFF2-40B4-BE49-F238E27FC236}">
                <a16:creationId xmlns:a16="http://schemas.microsoft.com/office/drawing/2014/main" id="{1E607086-83FC-E680-56CD-FD986ACF5B7E}"/>
              </a:ext>
            </a:extLst>
          </p:cNvPr>
          <p:cNvSpPr>
            <a:spLocks noGrp="1"/>
          </p:cNvSpPr>
          <p:nvPr>
            <p:ph type="ftr" sz="quarter" idx="12"/>
          </p:nvPr>
        </p:nvSpPr>
        <p:spPr/>
        <p:txBody>
          <a:bodyPr/>
          <a:lstStyle/>
          <a:p>
            <a:r>
              <a:rPr lang="en-US" dirty="0"/>
              <a:t>presentation title</a:t>
            </a:r>
          </a:p>
        </p:txBody>
      </p:sp>
      <p:sp>
        <p:nvSpPr>
          <p:cNvPr id="7" name="Picture Placeholder 6">
            <a:extLst>
              <a:ext uri="{FF2B5EF4-FFF2-40B4-BE49-F238E27FC236}">
                <a16:creationId xmlns:a16="http://schemas.microsoft.com/office/drawing/2014/main" id="{90AD0F96-99DE-C9D9-569E-AE6FC6307EA7}"/>
              </a:ext>
            </a:extLst>
          </p:cNvPr>
          <p:cNvSpPr>
            <a:spLocks noGrp="1"/>
          </p:cNvSpPr>
          <p:nvPr>
            <p:ph type="pic" sz="quarter" idx="13"/>
          </p:nvPr>
        </p:nvSpPr>
        <p:spPr>
          <a:xfrm>
            <a:off x="4946904" y="1188720"/>
            <a:ext cx="6638544" cy="4480560"/>
          </a:xfrm>
          <a:noFill/>
        </p:spPr>
        <p:txBody>
          <a:bodyPr anchor="ctr"/>
          <a:lstStyle>
            <a:lvl1pPr marL="0" indent="0" algn="ctr">
              <a:buNone/>
              <a:defRPr/>
            </a:lvl1pPr>
          </a:lstStyle>
          <a:p>
            <a:r>
              <a:rPr lang="en-US"/>
              <a:t>Click icon to add picture</a:t>
            </a:r>
            <a:endParaRPr lang="en-US" dirty="0"/>
          </a:p>
        </p:txBody>
      </p:sp>
      <p:cxnSp>
        <p:nvCxnSpPr>
          <p:cNvPr id="8" name="Straight Connector 7">
            <a:extLst>
              <a:ext uri="{FF2B5EF4-FFF2-40B4-BE49-F238E27FC236}">
                <a16:creationId xmlns:a16="http://schemas.microsoft.com/office/drawing/2014/main" id="{D792E47F-4E2C-B4B2-51F0-43D9D15C5A60}"/>
              </a:ext>
            </a:extLst>
          </p:cNvPr>
          <p:cNvCxnSpPr>
            <a:cxnSpLocks/>
          </p:cNvCxnSpPr>
          <p:nvPr userDrawn="1"/>
        </p:nvCxnSpPr>
        <p:spPr>
          <a:xfrm>
            <a:off x="1295400" y="205740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6816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4"/>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BA0478E-A529-CF4E-CE5C-583ACA20D66C}"/>
              </a:ext>
            </a:extLst>
          </p:cNvPr>
          <p:cNvSpPr/>
          <p:nvPr userDrawn="1"/>
        </p:nvSpPr>
        <p:spPr>
          <a:xfrm>
            <a:off x="3578352" y="0"/>
            <a:ext cx="861364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5449824" y="1124712"/>
            <a:ext cx="5760720" cy="548640"/>
          </a:xfrm>
        </p:spPr>
        <p:txBody>
          <a:bodyPr/>
          <a:lstStyle>
            <a:lvl1pPr>
              <a:defRPr spc="300" baseline="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5449824" y="2889504"/>
            <a:ext cx="5760720" cy="3319272"/>
          </a:xfrm>
        </p:spPr>
        <p:txBody>
          <a:bodyPr/>
          <a:lstStyle>
            <a:lvl1pPr marL="0" indent="0">
              <a:lnSpc>
                <a:spcPct val="150000"/>
              </a:lnSpc>
              <a:buNone/>
              <a:defRPr sz="2000" cap="none" spc="0" baseline="0"/>
            </a:lvl1pPr>
            <a:lvl2pPr marL="228600">
              <a:defRPr spc="0" baseline="0"/>
            </a:lvl2pPr>
            <a:lvl3pPr marL="457200">
              <a:defRPr spc="0" baseline="0"/>
            </a:lvl3pPr>
            <a:lvl4pPr marL="685800">
              <a:defRPr spc="0" baseline="0"/>
            </a:lvl4pPr>
            <a:lvl5pPr marL="1143000">
              <a:defRPr spc="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D17F99EA-AB5F-24F3-D971-2B9BDE3B4F3C}"/>
              </a:ext>
            </a:extLst>
          </p:cNvPr>
          <p:cNvSpPr txBox="1"/>
          <p:nvPr userDrawn="1"/>
        </p:nvSpPr>
        <p:spPr>
          <a:xfrm>
            <a:off x="641838" y="5547946"/>
            <a:ext cx="184731" cy="369332"/>
          </a:xfrm>
          <a:prstGeom prst="rect">
            <a:avLst/>
          </a:prstGeom>
          <a:noFill/>
        </p:spPr>
        <p:txBody>
          <a:bodyPr wrap="none" rtlCol="0">
            <a:spAutoFit/>
          </a:bodyPr>
          <a:lstStyle/>
          <a:p>
            <a:endParaRPr lang="en-US" dirty="0"/>
          </a:p>
        </p:txBody>
      </p:sp>
      <p:sp>
        <p:nvSpPr>
          <p:cNvPr id="9" name="Slide Number Placeholder 8">
            <a:extLst>
              <a:ext uri="{FF2B5EF4-FFF2-40B4-BE49-F238E27FC236}">
                <a16:creationId xmlns:a16="http://schemas.microsoft.com/office/drawing/2014/main" id="{969BB099-33E8-8B24-7E54-70E7457A1C7B}"/>
              </a:ext>
            </a:extLst>
          </p:cNvPr>
          <p:cNvSpPr>
            <a:spLocks noGrp="1"/>
          </p:cNvSpPr>
          <p:nvPr>
            <p:ph type="sldNum" sz="quarter" idx="11"/>
          </p:nvPr>
        </p:nvSpPr>
        <p:spPr/>
        <p:txBody>
          <a:bodyPr/>
          <a:lstStyle>
            <a:lvl1pPr>
              <a:defRPr>
                <a:solidFill>
                  <a:schemeClr val="bg1"/>
                </a:solidFill>
              </a:defRPr>
            </a:lvl1pPr>
          </a:lstStyle>
          <a:p>
            <a:fld id="{75DF2D63-3FF5-D547-96B9-BE9CCD1ABA58}" type="slidenum">
              <a:rPr lang="en-US" smtClean="0"/>
              <a:pPr/>
              <a:t>‹#›</a:t>
            </a:fld>
            <a:endParaRPr lang="en-US" dirty="0"/>
          </a:p>
        </p:txBody>
      </p:sp>
      <p:sp>
        <p:nvSpPr>
          <p:cNvPr id="10" name="Footer Placeholder 9">
            <a:extLst>
              <a:ext uri="{FF2B5EF4-FFF2-40B4-BE49-F238E27FC236}">
                <a16:creationId xmlns:a16="http://schemas.microsoft.com/office/drawing/2014/main" id="{1E607086-83FC-E680-56CD-FD986ACF5B7E}"/>
              </a:ext>
            </a:extLst>
          </p:cNvPr>
          <p:cNvSpPr>
            <a:spLocks noGrp="1"/>
          </p:cNvSpPr>
          <p:nvPr>
            <p:ph type="ftr" sz="quarter" idx="12"/>
          </p:nvPr>
        </p:nvSpPr>
        <p:spPr/>
        <p:txBody>
          <a:bodyPr/>
          <a:lstStyle>
            <a:lvl1pPr>
              <a:defRPr>
                <a:solidFill>
                  <a:schemeClr val="bg1"/>
                </a:solidFill>
              </a:defRPr>
            </a:lvl1pPr>
          </a:lstStyle>
          <a:p>
            <a:r>
              <a:rPr lang="en-US" dirty="0"/>
              <a:t>presentation title</a:t>
            </a:r>
          </a:p>
        </p:txBody>
      </p:sp>
      <p:sp>
        <p:nvSpPr>
          <p:cNvPr id="7" name="Picture Placeholder 6">
            <a:extLst>
              <a:ext uri="{FF2B5EF4-FFF2-40B4-BE49-F238E27FC236}">
                <a16:creationId xmlns:a16="http://schemas.microsoft.com/office/drawing/2014/main" id="{90AD0F96-99DE-C9D9-569E-AE6FC6307EA7}"/>
              </a:ext>
            </a:extLst>
          </p:cNvPr>
          <p:cNvSpPr>
            <a:spLocks noGrp="1"/>
          </p:cNvSpPr>
          <p:nvPr>
            <p:ph type="pic" sz="quarter" idx="13"/>
          </p:nvPr>
        </p:nvSpPr>
        <p:spPr>
          <a:xfrm>
            <a:off x="1298448" y="1828800"/>
            <a:ext cx="3200400" cy="3200400"/>
          </a:xfrm>
          <a:prstGeom prst="ellipse">
            <a:avLst/>
          </a:prstGeom>
          <a:noFill/>
        </p:spPr>
        <p:txBody>
          <a:bodyPr anchor="ctr"/>
          <a:lstStyle>
            <a:lvl1pPr marL="0" indent="0" algn="ctr">
              <a:buNone/>
              <a:defRPr/>
            </a:lvl1pPr>
          </a:lstStyle>
          <a:p>
            <a:r>
              <a:rPr lang="en-US"/>
              <a:t>Click icon to add picture</a:t>
            </a:r>
            <a:endParaRPr lang="en-US" dirty="0"/>
          </a:p>
        </p:txBody>
      </p:sp>
      <p:cxnSp>
        <p:nvCxnSpPr>
          <p:cNvPr id="11" name="Straight Connector 10">
            <a:extLst>
              <a:ext uri="{FF2B5EF4-FFF2-40B4-BE49-F238E27FC236}">
                <a16:creationId xmlns:a16="http://schemas.microsoft.com/office/drawing/2014/main" id="{F036BAAC-D89F-682D-12A3-1C31F92F0FAF}"/>
              </a:ext>
            </a:extLst>
          </p:cNvPr>
          <p:cNvCxnSpPr>
            <a:cxnSpLocks/>
          </p:cNvCxnSpPr>
          <p:nvPr userDrawn="1"/>
        </p:nvCxnSpPr>
        <p:spPr>
          <a:xfrm>
            <a:off x="649224" y="2667000"/>
            <a:ext cx="0" cy="31242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6F877625-E710-6DF2-3E49-374C6DD8DBC0}"/>
              </a:ext>
            </a:extLst>
          </p:cNvPr>
          <p:cNvCxnSpPr>
            <a:cxnSpLocks/>
          </p:cNvCxnSpPr>
          <p:nvPr userDrawn="1"/>
        </p:nvCxnSpPr>
        <p:spPr>
          <a:xfrm>
            <a:off x="5447344" y="205740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73972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iton Header">
    <p:bg>
      <p:bgPr>
        <a:solidFill>
          <a:schemeClr val="accent2"/>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ED0AC02C-19A4-4754-CC96-34357DEFF55D}"/>
              </a:ext>
            </a:extLst>
          </p:cNvPr>
          <p:cNvSpPr>
            <a:spLocks noGrp="1"/>
          </p:cNvSpPr>
          <p:nvPr>
            <p:ph type="pic" sz="quarter" idx="10"/>
          </p:nvPr>
        </p:nvSpPr>
        <p:spPr>
          <a:xfrm>
            <a:off x="1527048" y="1481328"/>
            <a:ext cx="9144000" cy="3886200"/>
          </a:xfrm>
          <a:custGeom>
            <a:avLst/>
            <a:gdLst>
              <a:gd name="connsiteX0" fmla="*/ 6521576 w 9144000"/>
              <a:gd name="connsiteY0" fmla="*/ 2811867 h 3886200"/>
              <a:gd name="connsiteX1" fmla="*/ 6521576 w 9144000"/>
              <a:gd name="connsiteY1" fmla="*/ 2900169 h 3886200"/>
              <a:gd name="connsiteX2" fmla="*/ 6931151 w 9144000"/>
              <a:gd name="connsiteY2" fmla="*/ 2900169 h 3886200"/>
              <a:gd name="connsiteX3" fmla="*/ 6931151 w 9144000"/>
              <a:gd name="connsiteY3" fmla="*/ 2811867 h 3886200"/>
              <a:gd name="connsiteX4" fmla="*/ 0 w 9144000"/>
              <a:gd name="connsiteY4" fmla="*/ 0 h 3886200"/>
              <a:gd name="connsiteX5" fmla="*/ 9144000 w 9144000"/>
              <a:gd name="connsiteY5" fmla="*/ 0 h 3886200"/>
              <a:gd name="connsiteX6" fmla="*/ 9144000 w 9144000"/>
              <a:gd name="connsiteY6" fmla="*/ 3886200 h 3886200"/>
              <a:gd name="connsiteX7" fmla="*/ 0 w 9144000"/>
              <a:gd name="connsiteY7" fmla="*/ 3886200 h 388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3886200">
                <a:moveTo>
                  <a:pt x="6521576" y="2811867"/>
                </a:moveTo>
                <a:lnTo>
                  <a:pt x="6521576" y="2900169"/>
                </a:lnTo>
                <a:lnTo>
                  <a:pt x="6931151" y="2900169"/>
                </a:lnTo>
                <a:lnTo>
                  <a:pt x="6931151" y="2811867"/>
                </a:lnTo>
                <a:close/>
                <a:moveTo>
                  <a:pt x="0" y="0"/>
                </a:moveTo>
                <a:lnTo>
                  <a:pt x="9144000" y="0"/>
                </a:lnTo>
                <a:lnTo>
                  <a:pt x="9144000" y="3886200"/>
                </a:lnTo>
                <a:lnTo>
                  <a:pt x="0" y="3886200"/>
                </a:lnTo>
                <a:close/>
              </a:path>
            </a:pathLst>
          </a:custGeom>
        </p:spPr>
        <p:txBody>
          <a:bodyPr wrap="square">
            <a:noAutofit/>
          </a:bodyPr>
          <a:lstStyle/>
          <a:p>
            <a:r>
              <a:rPr lang="en-US"/>
              <a:t>Click icon to add picture</a:t>
            </a:r>
            <a:endParaRPr lang="en-US" dirty="0"/>
          </a:p>
        </p:txBody>
      </p:sp>
      <p:sp>
        <p:nvSpPr>
          <p:cNvPr id="2" name="Title 1">
            <a:extLst>
              <a:ext uri="{FF2B5EF4-FFF2-40B4-BE49-F238E27FC236}">
                <a16:creationId xmlns:a16="http://schemas.microsoft.com/office/drawing/2014/main" id="{A2DFA2E8-50A1-4465-AC33-6FAC0E7736E9}"/>
              </a:ext>
            </a:extLst>
          </p:cNvPr>
          <p:cNvSpPr>
            <a:spLocks noGrp="1"/>
          </p:cNvSpPr>
          <p:nvPr>
            <p:ph type="title"/>
          </p:nvPr>
        </p:nvSpPr>
        <p:spPr>
          <a:xfrm>
            <a:off x="2040636" y="3200400"/>
            <a:ext cx="8110728" cy="457200"/>
          </a:xfrm>
        </p:spPr>
        <p:txBody>
          <a:bodyPr anchor="ctr"/>
          <a:lstStyle>
            <a:lvl1pPr algn="ctr">
              <a:defRPr sz="4800" spc="300"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65DE34-CDB7-41F7-A95A-592B99558C69}"/>
              </a:ext>
            </a:extLst>
          </p:cNvPr>
          <p:cNvSpPr>
            <a:spLocks noGrp="1"/>
          </p:cNvSpPr>
          <p:nvPr>
            <p:ph type="body" idx="1"/>
          </p:nvPr>
        </p:nvSpPr>
        <p:spPr>
          <a:xfrm>
            <a:off x="8046720" y="4745736"/>
            <a:ext cx="1389888" cy="1280160"/>
          </a:xfrm>
        </p:spPr>
        <p:txBody>
          <a:bodyPr/>
          <a:lstStyle>
            <a:lvl1pPr marL="0" indent="0">
              <a:buNone/>
              <a:defRPr sz="2400" cap="all"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2" name="Rectangle 11">
            <a:extLst>
              <a:ext uri="{FF2B5EF4-FFF2-40B4-BE49-F238E27FC236}">
                <a16:creationId xmlns:a16="http://schemas.microsoft.com/office/drawing/2014/main" id="{42E7004C-CFEF-6E88-A3C1-60FBC7F8CD13}"/>
              </a:ext>
            </a:extLst>
          </p:cNvPr>
          <p:cNvSpPr/>
          <p:nvPr userDrawn="1"/>
        </p:nvSpPr>
        <p:spPr>
          <a:xfrm>
            <a:off x="8048624" y="4293195"/>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400319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295399" y="609600"/>
            <a:ext cx="10058400" cy="914400"/>
          </a:xfrm>
        </p:spPr>
        <p:txBody>
          <a:bodyPr/>
          <a:lstStyle>
            <a:lvl1pPr>
              <a:defRPr spc="3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295400" y="1855945"/>
            <a:ext cx="9820656" cy="4352544"/>
          </a:xfrm>
        </p:spPr>
        <p:txBody>
          <a:bodyPr/>
          <a:lstStyle>
            <a:lvl1pPr>
              <a:defRPr spc="0" baseline="0"/>
            </a:lvl1pPr>
            <a:lvl2pPr>
              <a:defRPr spc="0" baseline="0"/>
            </a:lvl2pPr>
            <a:lvl3pPr>
              <a:defRPr spc="0" baseline="0"/>
            </a:lvl3pPr>
            <a:lvl4pPr>
              <a:defRPr spc="0" baseline="0"/>
            </a:lvl4pPr>
            <a:lvl5pPr>
              <a:defRPr spc="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D17F99EA-AB5F-24F3-D971-2B9BDE3B4F3C}"/>
              </a:ext>
            </a:extLst>
          </p:cNvPr>
          <p:cNvSpPr txBox="1"/>
          <p:nvPr userDrawn="1"/>
        </p:nvSpPr>
        <p:spPr>
          <a:xfrm>
            <a:off x="641838" y="5547946"/>
            <a:ext cx="184731" cy="369332"/>
          </a:xfrm>
          <a:prstGeom prst="rect">
            <a:avLst/>
          </a:prstGeom>
          <a:noFill/>
        </p:spPr>
        <p:txBody>
          <a:bodyPr wrap="none" rtlCol="0">
            <a:spAutoFit/>
          </a:bodyPr>
          <a:lstStyle/>
          <a:p>
            <a:endParaRPr lang="en-US" dirty="0"/>
          </a:p>
        </p:txBody>
      </p:sp>
      <p:sp>
        <p:nvSpPr>
          <p:cNvPr id="9" name="Slide Number Placeholder 8">
            <a:extLst>
              <a:ext uri="{FF2B5EF4-FFF2-40B4-BE49-F238E27FC236}">
                <a16:creationId xmlns:a16="http://schemas.microsoft.com/office/drawing/2014/main" id="{969BB099-33E8-8B24-7E54-70E7457A1C7B}"/>
              </a:ext>
            </a:extLst>
          </p:cNvPr>
          <p:cNvSpPr>
            <a:spLocks noGrp="1"/>
          </p:cNvSpPr>
          <p:nvPr>
            <p:ph type="sldNum" sz="quarter" idx="11"/>
          </p:nvPr>
        </p:nvSpPr>
        <p:spPr/>
        <p:txBody>
          <a:bodyPr/>
          <a:lstStyle/>
          <a:p>
            <a:fld id="{75DF2D63-3FF5-D547-96B9-BE9CCD1ABA58}" type="slidenum">
              <a:rPr lang="en-US" smtClean="0"/>
              <a:t>‹#›</a:t>
            </a:fld>
            <a:endParaRPr lang="en-US" dirty="0"/>
          </a:p>
        </p:txBody>
      </p:sp>
      <p:sp>
        <p:nvSpPr>
          <p:cNvPr id="10" name="Footer Placeholder 9">
            <a:extLst>
              <a:ext uri="{FF2B5EF4-FFF2-40B4-BE49-F238E27FC236}">
                <a16:creationId xmlns:a16="http://schemas.microsoft.com/office/drawing/2014/main" id="{1E607086-83FC-E680-56CD-FD986ACF5B7E}"/>
              </a:ext>
            </a:extLst>
          </p:cNvPr>
          <p:cNvSpPr>
            <a:spLocks noGrp="1"/>
          </p:cNvSpPr>
          <p:nvPr>
            <p:ph type="ftr" sz="quarter" idx="12"/>
          </p:nvPr>
        </p:nvSpPr>
        <p:spPr/>
        <p:txBody>
          <a:bodyPr/>
          <a:lstStyle/>
          <a:p>
            <a:r>
              <a:rPr lang="en-US" dirty="0"/>
              <a:t>presentation title</a:t>
            </a:r>
          </a:p>
        </p:txBody>
      </p:sp>
    </p:spTree>
    <p:extLst>
      <p:ext uri="{BB962C8B-B14F-4D97-AF65-F5344CB8AC3E}">
        <p14:creationId xmlns:p14="http://schemas.microsoft.com/office/powerpoint/2010/main" val="15213399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188720" y="609600"/>
            <a:ext cx="9829800" cy="914400"/>
          </a:xfrm>
        </p:spPr>
        <p:txBody>
          <a:bodyPr/>
          <a:lstStyle>
            <a:lvl1pPr algn="ctr">
              <a:defRPr spc="3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188720" y="1746504"/>
            <a:ext cx="9829800" cy="4352544"/>
          </a:xfrm>
        </p:spPr>
        <p:txBody>
          <a:bodyPr/>
          <a:lstStyle>
            <a:lvl1pPr>
              <a:defRPr spc="0" baseline="0"/>
            </a:lvl1pPr>
            <a:lvl2pPr>
              <a:defRPr spc="0" baseline="0"/>
            </a:lvl2pPr>
            <a:lvl3pPr>
              <a:defRPr spc="0" baseline="0"/>
            </a:lvl3pPr>
            <a:lvl4pPr>
              <a:defRPr spc="0" baseline="0"/>
            </a:lvl4pPr>
            <a:lvl5pPr>
              <a:defRPr spc="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D17F99EA-AB5F-24F3-D971-2B9BDE3B4F3C}"/>
              </a:ext>
            </a:extLst>
          </p:cNvPr>
          <p:cNvSpPr txBox="1"/>
          <p:nvPr userDrawn="1"/>
        </p:nvSpPr>
        <p:spPr>
          <a:xfrm>
            <a:off x="641838" y="5547946"/>
            <a:ext cx="184731" cy="369332"/>
          </a:xfrm>
          <a:prstGeom prst="rect">
            <a:avLst/>
          </a:prstGeom>
          <a:noFill/>
        </p:spPr>
        <p:txBody>
          <a:bodyPr wrap="none" rtlCol="0">
            <a:spAutoFit/>
          </a:bodyPr>
          <a:lstStyle/>
          <a:p>
            <a:endParaRPr lang="en-US" dirty="0"/>
          </a:p>
        </p:txBody>
      </p:sp>
      <p:sp>
        <p:nvSpPr>
          <p:cNvPr id="9" name="Slide Number Placeholder 8">
            <a:extLst>
              <a:ext uri="{FF2B5EF4-FFF2-40B4-BE49-F238E27FC236}">
                <a16:creationId xmlns:a16="http://schemas.microsoft.com/office/drawing/2014/main" id="{969BB099-33E8-8B24-7E54-70E7457A1C7B}"/>
              </a:ext>
            </a:extLst>
          </p:cNvPr>
          <p:cNvSpPr>
            <a:spLocks noGrp="1"/>
          </p:cNvSpPr>
          <p:nvPr>
            <p:ph type="sldNum" sz="quarter" idx="11"/>
          </p:nvPr>
        </p:nvSpPr>
        <p:spPr/>
        <p:txBody>
          <a:bodyPr/>
          <a:lstStyle/>
          <a:p>
            <a:fld id="{75DF2D63-3FF5-D547-96B9-BE9CCD1ABA58}" type="slidenum">
              <a:rPr lang="en-US" smtClean="0"/>
              <a:t>‹#›</a:t>
            </a:fld>
            <a:endParaRPr lang="en-US" dirty="0"/>
          </a:p>
        </p:txBody>
      </p:sp>
      <p:sp>
        <p:nvSpPr>
          <p:cNvPr id="10" name="Footer Placeholder 9">
            <a:extLst>
              <a:ext uri="{FF2B5EF4-FFF2-40B4-BE49-F238E27FC236}">
                <a16:creationId xmlns:a16="http://schemas.microsoft.com/office/drawing/2014/main" id="{1E607086-83FC-E680-56CD-FD986ACF5B7E}"/>
              </a:ext>
            </a:extLst>
          </p:cNvPr>
          <p:cNvSpPr>
            <a:spLocks noGrp="1"/>
          </p:cNvSpPr>
          <p:nvPr>
            <p:ph type="ftr" sz="quarter" idx="12"/>
          </p:nvPr>
        </p:nvSpPr>
        <p:spPr/>
        <p:txBody>
          <a:bodyPr/>
          <a:lstStyle/>
          <a:p>
            <a:r>
              <a:rPr lang="en-US" dirty="0"/>
              <a:t>presentation title</a:t>
            </a:r>
          </a:p>
        </p:txBody>
      </p:sp>
    </p:spTree>
    <p:extLst>
      <p:ext uri="{BB962C8B-B14F-4D97-AF65-F5344CB8AC3E}">
        <p14:creationId xmlns:p14="http://schemas.microsoft.com/office/powerpoint/2010/main" val="1641840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17F99EA-AB5F-24F3-D971-2B9BDE3B4F3C}"/>
              </a:ext>
            </a:extLst>
          </p:cNvPr>
          <p:cNvSpPr txBox="1"/>
          <p:nvPr userDrawn="1"/>
        </p:nvSpPr>
        <p:spPr>
          <a:xfrm>
            <a:off x="641838" y="5547946"/>
            <a:ext cx="184731" cy="369332"/>
          </a:xfrm>
          <a:prstGeom prst="rect">
            <a:avLst/>
          </a:prstGeom>
          <a:noFill/>
        </p:spPr>
        <p:txBody>
          <a:bodyPr wrap="none" rtlCol="0">
            <a:spAutoFit/>
          </a:bodyPr>
          <a:lstStyle/>
          <a:p>
            <a:endParaRPr lang="en-US" dirty="0"/>
          </a:p>
        </p:txBody>
      </p:sp>
      <p:sp>
        <p:nvSpPr>
          <p:cNvPr id="9" name="Slide Number Placeholder 8">
            <a:extLst>
              <a:ext uri="{FF2B5EF4-FFF2-40B4-BE49-F238E27FC236}">
                <a16:creationId xmlns:a16="http://schemas.microsoft.com/office/drawing/2014/main" id="{969BB099-33E8-8B24-7E54-70E7457A1C7B}"/>
              </a:ext>
            </a:extLst>
          </p:cNvPr>
          <p:cNvSpPr>
            <a:spLocks noGrp="1"/>
          </p:cNvSpPr>
          <p:nvPr>
            <p:ph type="sldNum" sz="quarter" idx="11"/>
          </p:nvPr>
        </p:nvSpPr>
        <p:spPr/>
        <p:txBody>
          <a:bodyPr/>
          <a:lstStyle/>
          <a:p>
            <a:fld id="{75DF2D63-3FF5-D547-96B9-BE9CCD1ABA58}" type="slidenum">
              <a:rPr lang="en-US" smtClean="0"/>
              <a:t>‹#›</a:t>
            </a:fld>
            <a:endParaRPr lang="en-US" dirty="0"/>
          </a:p>
        </p:txBody>
      </p:sp>
      <p:sp>
        <p:nvSpPr>
          <p:cNvPr id="10" name="Footer Placeholder 9">
            <a:extLst>
              <a:ext uri="{FF2B5EF4-FFF2-40B4-BE49-F238E27FC236}">
                <a16:creationId xmlns:a16="http://schemas.microsoft.com/office/drawing/2014/main" id="{1E607086-83FC-E680-56CD-FD986ACF5B7E}"/>
              </a:ext>
            </a:extLst>
          </p:cNvPr>
          <p:cNvSpPr>
            <a:spLocks noGrp="1"/>
          </p:cNvSpPr>
          <p:nvPr>
            <p:ph type="ftr" sz="quarter" idx="12"/>
          </p:nvPr>
        </p:nvSpPr>
        <p:spPr/>
        <p:txBody>
          <a:bodyPr/>
          <a:lstStyle/>
          <a:p>
            <a:r>
              <a:rPr lang="en-US" dirty="0"/>
              <a:t>presentation title</a:t>
            </a:r>
          </a:p>
        </p:txBody>
      </p:sp>
      <p:sp>
        <p:nvSpPr>
          <p:cNvPr id="5" name="Picture Placeholder 4">
            <a:extLst>
              <a:ext uri="{FF2B5EF4-FFF2-40B4-BE49-F238E27FC236}">
                <a16:creationId xmlns:a16="http://schemas.microsoft.com/office/drawing/2014/main" id="{B7811310-A21F-0BFB-8198-22EDFCF9F45B}"/>
              </a:ext>
            </a:extLst>
          </p:cNvPr>
          <p:cNvSpPr>
            <a:spLocks noGrp="1"/>
          </p:cNvSpPr>
          <p:nvPr>
            <p:ph type="pic" sz="quarter" idx="10"/>
          </p:nvPr>
        </p:nvSpPr>
        <p:spPr>
          <a:xfrm>
            <a:off x="5370576" y="658368"/>
            <a:ext cx="6821424" cy="3346704"/>
          </a:xfrm>
          <a:prstGeom prst="rect">
            <a:avLst/>
          </a:prstGeom>
        </p:spPr>
        <p:txBody>
          <a:bodyPr wrap="square">
            <a:noAutofit/>
          </a:bodyPr>
          <a:lstStyle/>
          <a:p>
            <a:r>
              <a:rPr lang="en-US"/>
              <a:t>Click icon to add picture</a:t>
            </a:r>
            <a:endParaRPr lang="en-US" dirty="0"/>
          </a:p>
        </p:txBody>
      </p:sp>
      <p:cxnSp>
        <p:nvCxnSpPr>
          <p:cNvPr id="7" name="Straight Connector 6">
            <a:extLst>
              <a:ext uri="{FF2B5EF4-FFF2-40B4-BE49-F238E27FC236}">
                <a16:creationId xmlns:a16="http://schemas.microsoft.com/office/drawing/2014/main" id="{A73D2EFC-F14F-5508-06EE-4E5B5C535E16}"/>
              </a:ext>
            </a:extLst>
          </p:cNvPr>
          <p:cNvCxnSpPr>
            <a:cxnSpLocks/>
          </p:cNvCxnSpPr>
          <p:nvPr userDrawn="1"/>
        </p:nvCxnSpPr>
        <p:spPr>
          <a:xfrm>
            <a:off x="1819102" y="5548842"/>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Subtitle 2">
            <a:extLst>
              <a:ext uri="{FF2B5EF4-FFF2-40B4-BE49-F238E27FC236}">
                <a16:creationId xmlns:a16="http://schemas.microsoft.com/office/drawing/2014/main" id="{28A6ACFB-D620-056D-1C62-903C5FBCEBCF}"/>
              </a:ext>
            </a:extLst>
          </p:cNvPr>
          <p:cNvSpPr>
            <a:spLocks noGrp="1"/>
          </p:cNvSpPr>
          <p:nvPr>
            <p:ph type="subTitle" idx="1"/>
          </p:nvPr>
        </p:nvSpPr>
        <p:spPr>
          <a:xfrm>
            <a:off x="1819656" y="5943600"/>
            <a:ext cx="4809744" cy="256032"/>
          </a:xfrm>
        </p:spPr>
        <p:txBody>
          <a:bodyPr/>
          <a:lstStyle>
            <a:lvl1pPr marL="0" indent="0" algn="l">
              <a:buNone/>
              <a:defRPr sz="2000" cap="all" spc="200" baseline="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819656" y="2459736"/>
            <a:ext cx="5157216" cy="2670048"/>
          </a:xfrm>
        </p:spPr>
        <p:txBody>
          <a:bodyPr anchor="b"/>
          <a:lstStyle>
            <a:lvl1pPr algn="l">
              <a:lnSpc>
                <a:spcPts val="5200"/>
              </a:lnSpc>
              <a:defRPr sz="3600" spc="0" baseline="0">
                <a:latin typeface="+mn-lt"/>
              </a:defRPr>
            </a:lvl1pPr>
          </a:lstStyle>
          <a:p>
            <a:r>
              <a:rPr lang="en-US"/>
              <a:t>Click to edit Master title style</a:t>
            </a:r>
            <a:endParaRPr lang="en-US" dirty="0"/>
          </a:p>
        </p:txBody>
      </p:sp>
    </p:spTree>
    <p:extLst>
      <p:ext uri="{BB962C8B-B14F-4D97-AF65-F5344CB8AC3E}">
        <p14:creationId xmlns:p14="http://schemas.microsoft.com/office/powerpoint/2010/main" val="3406181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3ED19-9B5E-8852-24D6-62401816CBB7}"/>
              </a:ext>
            </a:extLst>
          </p:cNvPr>
          <p:cNvSpPr>
            <a:spLocks noGrp="1"/>
          </p:cNvSpPr>
          <p:nvPr>
            <p:ph type="title"/>
          </p:nvPr>
        </p:nvSpPr>
        <p:spPr>
          <a:xfrm>
            <a:off x="1097280" y="609600"/>
            <a:ext cx="10021824" cy="539496"/>
          </a:xfrm>
        </p:spPr>
        <p:txBody>
          <a:bodyPr/>
          <a:lstStyle>
            <a:lvl1pPr algn="ctr">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4307A8A0-5009-A086-A6AE-542CA4684892}"/>
              </a:ext>
            </a:extLst>
          </p:cNvPr>
          <p:cNvSpPr>
            <a:spLocks noGrp="1"/>
          </p:cNvSpPr>
          <p:nvPr>
            <p:ph type="sldNum" sz="quarter" idx="10"/>
          </p:nvPr>
        </p:nvSpPr>
        <p:spPr/>
        <p:txBody>
          <a:bodyPr/>
          <a:lstStyle/>
          <a:p>
            <a:fld id="{75DF2D63-3FF5-D547-96B9-BE9CCD1ABA58}" type="slidenum">
              <a:rPr lang="en-US" smtClean="0"/>
              <a:pPr/>
              <a:t>‹#›</a:t>
            </a:fld>
            <a:endParaRPr lang="en-US" dirty="0"/>
          </a:p>
        </p:txBody>
      </p:sp>
      <p:sp>
        <p:nvSpPr>
          <p:cNvPr id="4" name="Footer Placeholder 3">
            <a:extLst>
              <a:ext uri="{FF2B5EF4-FFF2-40B4-BE49-F238E27FC236}">
                <a16:creationId xmlns:a16="http://schemas.microsoft.com/office/drawing/2014/main" id="{56746F73-AB2D-A55B-67FD-85A2F20D50E8}"/>
              </a:ext>
            </a:extLst>
          </p:cNvPr>
          <p:cNvSpPr>
            <a:spLocks noGrp="1"/>
          </p:cNvSpPr>
          <p:nvPr>
            <p:ph type="ftr" sz="quarter" idx="11"/>
          </p:nvPr>
        </p:nvSpPr>
        <p:spPr/>
        <p:txBody>
          <a:bodyPr/>
          <a:lstStyle/>
          <a:p>
            <a:r>
              <a:rPr lang="en-US" dirty="0"/>
              <a:t>presentation title</a:t>
            </a:r>
          </a:p>
        </p:txBody>
      </p:sp>
      <p:sp>
        <p:nvSpPr>
          <p:cNvPr id="5" name="Picture Placeholder 8">
            <a:extLst>
              <a:ext uri="{FF2B5EF4-FFF2-40B4-BE49-F238E27FC236}">
                <a16:creationId xmlns:a16="http://schemas.microsoft.com/office/drawing/2014/main" id="{6F01F221-54DA-6EF2-D9DE-2B9A7AB60B1C}"/>
              </a:ext>
            </a:extLst>
          </p:cNvPr>
          <p:cNvSpPr>
            <a:spLocks noGrp="1"/>
          </p:cNvSpPr>
          <p:nvPr>
            <p:ph type="pic" sz="quarter" idx="12"/>
          </p:nvPr>
        </p:nvSpPr>
        <p:spPr>
          <a:xfrm>
            <a:off x="1298448" y="2441448"/>
            <a:ext cx="1828800" cy="18288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6" name="Picture Placeholder 8">
            <a:extLst>
              <a:ext uri="{FF2B5EF4-FFF2-40B4-BE49-F238E27FC236}">
                <a16:creationId xmlns:a16="http://schemas.microsoft.com/office/drawing/2014/main" id="{9BEECCD2-A0EF-0622-7377-A2BAE978656E}"/>
              </a:ext>
            </a:extLst>
          </p:cNvPr>
          <p:cNvSpPr>
            <a:spLocks noGrp="1"/>
          </p:cNvSpPr>
          <p:nvPr>
            <p:ph type="pic" sz="quarter" idx="13"/>
          </p:nvPr>
        </p:nvSpPr>
        <p:spPr>
          <a:xfrm>
            <a:off x="3886200" y="2441448"/>
            <a:ext cx="1828800" cy="18288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7" name="Picture Placeholder 8">
            <a:extLst>
              <a:ext uri="{FF2B5EF4-FFF2-40B4-BE49-F238E27FC236}">
                <a16:creationId xmlns:a16="http://schemas.microsoft.com/office/drawing/2014/main" id="{DDD9A982-D940-ADB7-F949-B3898D1984E6}"/>
              </a:ext>
            </a:extLst>
          </p:cNvPr>
          <p:cNvSpPr>
            <a:spLocks noGrp="1"/>
          </p:cNvSpPr>
          <p:nvPr>
            <p:ph type="pic" sz="quarter" idx="14"/>
          </p:nvPr>
        </p:nvSpPr>
        <p:spPr>
          <a:xfrm>
            <a:off x="6473952" y="2441448"/>
            <a:ext cx="1828800" cy="18288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8" name="Picture Placeholder 8">
            <a:extLst>
              <a:ext uri="{FF2B5EF4-FFF2-40B4-BE49-F238E27FC236}">
                <a16:creationId xmlns:a16="http://schemas.microsoft.com/office/drawing/2014/main" id="{492630AD-4FA0-C5D3-DC29-AE0E67CB6CAA}"/>
              </a:ext>
            </a:extLst>
          </p:cNvPr>
          <p:cNvSpPr>
            <a:spLocks noGrp="1"/>
          </p:cNvSpPr>
          <p:nvPr>
            <p:ph type="pic" sz="quarter" idx="15"/>
          </p:nvPr>
        </p:nvSpPr>
        <p:spPr>
          <a:xfrm>
            <a:off x="9034272" y="2441448"/>
            <a:ext cx="1828800" cy="18288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9" name="Text Placeholder 13">
            <a:extLst>
              <a:ext uri="{FF2B5EF4-FFF2-40B4-BE49-F238E27FC236}">
                <a16:creationId xmlns:a16="http://schemas.microsoft.com/office/drawing/2014/main" id="{AA3DDCC3-9231-434E-A1D1-8A078DE7BF10}"/>
              </a:ext>
            </a:extLst>
          </p:cNvPr>
          <p:cNvSpPr>
            <a:spLocks noGrp="1"/>
          </p:cNvSpPr>
          <p:nvPr>
            <p:ph type="body" sz="quarter" idx="16"/>
          </p:nvPr>
        </p:nvSpPr>
        <p:spPr>
          <a:xfrm>
            <a:off x="1298448" y="4974336"/>
            <a:ext cx="1828800" cy="539496"/>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0" name="Text Placeholder 13">
            <a:extLst>
              <a:ext uri="{FF2B5EF4-FFF2-40B4-BE49-F238E27FC236}">
                <a16:creationId xmlns:a16="http://schemas.microsoft.com/office/drawing/2014/main" id="{970A1046-F88C-E11E-0E2E-A7F3AEDB3A26}"/>
              </a:ext>
            </a:extLst>
          </p:cNvPr>
          <p:cNvSpPr>
            <a:spLocks noGrp="1"/>
          </p:cNvSpPr>
          <p:nvPr>
            <p:ph type="body" sz="quarter" idx="17"/>
          </p:nvPr>
        </p:nvSpPr>
        <p:spPr>
          <a:xfrm>
            <a:off x="1298448" y="5596128"/>
            <a:ext cx="1828800" cy="347472"/>
          </a:xfrm>
        </p:spPr>
        <p:txBody>
          <a:bodyPr lIns="0" tIns="0" rIns="0" bIns="0" anchor="t">
            <a:noAutofit/>
          </a:bodyPr>
          <a:lstStyle>
            <a:lvl1pPr marL="0" indent="0" algn="ctr">
              <a:lnSpc>
                <a:spcPct val="100000"/>
              </a:lnSpc>
              <a:spcBef>
                <a:spcPts val="0"/>
              </a:spcBef>
              <a:buNone/>
              <a:defRPr sz="1400" b="0">
                <a:solidFill>
                  <a:schemeClr val="tx1"/>
                </a:solidFill>
                <a:latin typeface="+mn-lt"/>
              </a:defRPr>
            </a:lvl1pPr>
          </a:lstStyle>
          <a:p>
            <a:pPr lvl="0"/>
            <a:r>
              <a:rPr lang="en-US"/>
              <a:t>Click to edit Master text styles</a:t>
            </a:r>
          </a:p>
        </p:txBody>
      </p:sp>
      <p:sp>
        <p:nvSpPr>
          <p:cNvPr id="11" name="Text Placeholder 13">
            <a:extLst>
              <a:ext uri="{FF2B5EF4-FFF2-40B4-BE49-F238E27FC236}">
                <a16:creationId xmlns:a16="http://schemas.microsoft.com/office/drawing/2014/main" id="{BF27FC0A-1C34-6BFF-806A-6911C16F2184}"/>
              </a:ext>
            </a:extLst>
          </p:cNvPr>
          <p:cNvSpPr>
            <a:spLocks noGrp="1"/>
          </p:cNvSpPr>
          <p:nvPr>
            <p:ph type="body" sz="quarter" idx="18"/>
          </p:nvPr>
        </p:nvSpPr>
        <p:spPr>
          <a:xfrm>
            <a:off x="3886200" y="4974336"/>
            <a:ext cx="1828800" cy="539496"/>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2" name="Text Placeholder 13">
            <a:extLst>
              <a:ext uri="{FF2B5EF4-FFF2-40B4-BE49-F238E27FC236}">
                <a16:creationId xmlns:a16="http://schemas.microsoft.com/office/drawing/2014/main" id="{EF94CC5A-0B90-D0D3-CF42-2A9B86331729}"/>
              </a:ext>
            </a:extLst>
          </p:cNvPr>
          <p:cNvSpPr>
            <a:spLocks noGrp="1"/>
          </p:cNvSpPr>
          <p:nvPr>
            <p:ph type="body" sz="quarter" idx="19"/>
          </p:nvPr>
        </p:nvSpPr>
        <p:spPr>
          <a:xfrm>
            <a:off x="3886200" y="5596128"/>
            <a:ext cx="1828800" cy="347472"/>
          </a:xfrm>
        </p:spPr>
        <p:txBody>
          <a:bodyPr lIns="0" tIns="0" rIns="0" bIns="0" anchor="t">
            <a:noAutofit/>
          </a:bodyPr>
          <a:lstStyle>
            <a:lvl1pPr marL="0" indent="0" algn="ctr">
              <a:lnSpc>
                <a:spcPct val="100000"/>
              </a:lnSpc>
              <a:spcBef>
                <a:spcPts val="0"/>
              </a:spcBef>
              <a:buNone/>
              <a:defRPr sz="1400" b="0">
                <a:solidFill>
                  <a:schemeClr val="tx1"/>
                </a:solidFill>
                <a:latin typeface="+mn-lt"/>
              </a:defRPr>
            </a:lvl1pPr>
          </a:lstStyle>
          <a:p>
            <a:pPr lvl="0"/>
            <a:r>
              <a:rPr lang="en-US"/>
              <a:t>Click to edit Master text styles</a:t>
            </a:r>
          </a:p>
        </p:txBody>
      </p:sp>
      <p:sp>
        <p:nvSpPr>
          <p:cNvPr id="13" name="Text Placeholder 13">
            <a:extLst>
              <a:ext uri="{FF2B5EF4-FFF2-40B4-BE49-F238E27FC236}">
                <a16:creationId xmlns:a16="http://schemas.microsoft.com/office/drawing/2014/main" id="{8E685B28-FC51-9FE8-2F7E-C8255BD75945}"/>
              </a:ext>
            </a:extLst>
          </p:cNvPr>
          <p:cNvSpPr>
            <a:spLocks noGrp="1"/>
          </p:cNvSpPr>
          <p:nvPr>
            <p:ph type="body" sz="quarter" idx="20"/>
          </p:nvPr>
        </p:nvSpPr>
        <p:spPr>
          <a:xfrm>
            <a:off x="6473952" y="4974336"/>
            <a:ext cx="1828800" cy="539496"/>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4" name="Text Placeholder 13">
            <a:extLst>
              <a:ext uri="{FF2B5EF4-FFF2-40B4-BE49-F238E27FC236}">
                <a16:creationId xmlns:a16="http://schemas.microsoft.com/office/drawing/2014/main" id="{B472F1E6-DAE5-AE6D-F688-575FC243CD0C}"/>
              </a:ext>
            </a:extLst>
          </p:cNvPr>
          <p:cNvSpPr>
            <a:spLocks noGrp="1"/>
          </p:cNvSpPr>
          <p:nvPr>
            <p:ph type="body" sz="quarter" idx="21"/>
          </p:nvPr>
        </p:nvSpPr>
        <p:spPr>
          <a:xfrm>
            <a:off x="6473952" y="5596128"/>
            <a:ext cx="1828800" cy="347472"/>
          </a:xfrm>
        </p:spPr>
        <p:txBody>
          <a:bodyPr lIns="0" tIns="0" rIns="0" bIns="0" anchor="t">
            <a:noAutofit/>
          </a:bodyPr>
          <a:lstStyle>
            <a:lvl1pPr marL="0" indent="0" algn="ctr">
              <a:lnSpc>
                <a:spcPct val="100000"/>
              </a:lnSpc>
              <a:spcBef>
                <a:spcPts val="0"/>
              </a:spcBef>
              <a:buNone/>
              <a:defRPr sz="1400" b="0">
                <a:solidFill>
                  <a:schemeClr val="tx1"/>
                </a:solidFill>
                <a:latin typeface="+mn-lt"/>
              </a:defRPr>
            </a:lvl1pPr>
          </a:lstStyle>
          <a:p>
            <a:pPr lvl="0"/>
            <a:r>
              <a:rPr lang="en-US"/>
              <a:t>Click to edit Master text styles</a:t>
            </a:r>
          </a:p>
        </p:txBody>
      </p:sp>
      <p:sp>
        <p:nvSpPr>
          <p:cNvPr id="15" name="Text Placeholder 13">
            <a:extLst>
              <a:ext uri="{FF2B5EF4-FFF2-40B4-BE49-F238E27FC236}">
                <a16:creationId xmlns:a16="http://schemas.microsoft.com/office/drawing/2014/main" id="{7138E486-F729-AEC8-0C2D-44FA21EDC617}"/>
              </a:ext>
            </a:extLst>
          </p:cNvPr>
          <p:cNvSpPr>
            <a:spLocks noGrp="1"/>
          </p:cNvSpPr>
          <p:nvPr>
            <p:ph type="body" sz="quarter" idx="22"/>
          </p:nvPr>
        </p:nvSpPr>
        <p:spPr>
          <a:xfrm>
            <a:off x="9070848" y="4974336"/>
            <a:ext cx="1828800" cy="539496"/>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6" name="Text Placeholder 13">
            <a:extLst>
              <a:ext uri="{FF2B5EF4-FFF2-40B4-BE49-F238E27FC236}">
                <a16:creationId xmlns:a16="http://schemas.microsoft.com/office/drawing/2014/main" id="{0F182FA8-4DA0-527F-89C3-96D9A996F2C7}"/>
              </a:ext>
            </a:extLst>
          </p:cNvPr>
          <p:cNvSpPr>
            <a:spLocks noGrp="1"/>
          </p:cNvSpPr>
          <p:nvPr>
            <p:ph type="body" sz="quarter" idx="23"/>
          </p:nvPr>
        </p:nvSpPr>
        <p:spPr>
          <a:xfrm>
            <a:off x="9070848" y="5596128"/>
            <a:ext cx="1828800" cy="347472"/>
          </a:xfrm>
        </p:spPr>
        <p:txBody>
          <a:bodyPr lIns="0" tIns="0" rIns="0" bIns="0" anchor="t">
            <a:noAutofit/>
          </a:bodyPr>
          <a:lstStyle>
            <a:lvl1pPr marL="0" indent="0" algn="ctr">
              <a:lnSpc>
                <a:spcPct val="100000"/>
              </a:lnSpc>
              <a:spcBef>
                <a:spcPts val="0"/>
              </a:spcBef>
              <a:buNone/>
              <a:defRPr sz="1400" b="0">
                <a:solidFill>
                  <a:schemeClr val="tx1"/>
                </a:solidFill>
                <a:latin typeface="+mn-lt"/>
              </a:defRPr>
            </a:lvl1pPr>
          </a:lstStyle>
          <a:p>
            <a:pPr lvl="0"/>
            <a:r>
              <a:rPr lang="en-US"/>
              <a:t>Click to edit Master text styles</a:t>
            </a:r>
          </a:p>
        </p:txBody>
      </p:sp>
      <p:cxnSp>
        <p:nvCxnSpPr>
          <p:cNvPr id="18" name="Straight Connector 17">
            <a:extLst>
              <a:ext uri="{FF2B5EF4-FFF2-40B4-BE49-F238E27FC236}">
                <a16:creationId xmlns:a16="http://schemas.microsoft.com/office/drawing/2014/main" id="{B6E73E07-0346-2BA8-44BC-6CB3BDEAAA99}"/>
              </a:ext>
            </a:extLst>
          </p:cNvPr>
          <p:cNvCxnSpPr>
            <a:cxnSpLocks/>
          </p:cNvCxnSpPr>
          <p:nvPr userDrawn="1"/>
        </p:nvCxnSpPr>
        <p:spPr>
          <a:xfrm>
            <a:off x="4592478" y="4688743"/>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6E62977-27C7-5882-6A33-75257911D09A}"/>
              </a:ext>
            </a:extLst>
          </p:cNvPr>
          <p:cNvCxnSpPr>
            <a:cxnSpLocks/>
          </p:cNvCxnSpPr>
          <p:nvPr userDrawn="1"/>
        </p:nvCxnSpPr>
        <p:spPr>
          <a:xfrm>
            <a:off x="2004720" y="4688743"/>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705476C-2972-A423-7282-BABA9AAB32E6}"/>
              </a:ext>
            </a:extLst>
          </p:cNvPr>
          <p:cNvCxnSpPr>
            <a:cxnSpLocks/>
          </p:cNvCxnSpPr>
          <p:nvPr userDrawn="1"/>
        </p:nvCxnSpPr>
        <p:spPr>
          <a:xfrm>
            <a:off x="9737699" y="4688743"/>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DE0D781B-3CB4-A523-427F-3D444B28E60E}"/>
              </a:ext>
            </a:extLst>
          </p:cNvPr>
          <p:cNvCxnSpPr>
            <a:cxnSpLocks/>
          </p:cNvCxnSpPr>
          <p:nvPr userDrawn="1"/>
        </p:nvCxnSpPr>
        <p:spPr>
          <a:xfrm>
            <a:off x="7183278" y="4688743"/>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8048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x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3ED19-9B5E-8852-24D6-62401816CBB7}"/>
              </a:ext>
            </a:extLst>
          </p:cNvPr>
          <p:cNvSpPr>
            <a:spLocks noGrp="1"/>
          </p:cNvSpPr>
          <p:nvPr>
            <p:ph type="title"/>
          </p:nvPr>
        </p:nvSpPr>
        <p:spPr>
          <a:xfrm>
            <a:off x="1097280" y="609600"/>
            <a:ext cx="10332720" cy="539496"/>
          </a:xfrm>
        </p:spPr>
        <p:txBody>
          <a:bodyPr/>
          <a:lstStyle>
            <a:lvl1pPr algn="ctr">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4307A8A0-5009-A086-A6AE-542CA4684892}"/>
              </a:ext>
            </a:extLst>
          </p:cNvPr>
          <p:cNvSpPr>
            <a:spLocks noGrp="1"/>
          </p:cNvSpPr>
          <p:nvPr>
            <p:ph type="sldNum" sz="quarter" idx="10"/>
          </p:nvPr>
        </p:nvSpPr>
        <p:spPr/>
        <p:txBody>
          <a:bodyPr/>
          <a:lstStyle/>
          <a:p>
            <a:fld id="{75DF2D63-3FF5-D547-96B9-BE9CCD1ABA58}" type="slidenum">
              <a:rPr lang="en-US" smtClean="0"/>
              <a:pPr/>
              <a:t>‹#›</a:t>
            </a:fld>
            <a:endParaRPr lang="en-US" dirty="0"/>
          </a:p>
        </p:txBody>
      </p:sp>
      <p:sp>
        <p:nvSpPr>
          <p:cNvPr id="4" name="Footer Placeholder 3">
            <a:extLst>
              <a:ext uri="{FF2B5EF4-FFF2-40B4-BE49-F238E27FC236}">
                <a16:creationId xmlns:a16="http://schemas.microsoft.com/office/drawing/2014/main" id="{56746F73-AB2D-A55B-67FD-85A2F20D50E8}"/>
              </a:ext>
            </a:extLst>
          </p:cNvPr>
          <p:cNvSpPr>
            <a:spLocks noGrp="1"/>
          </p:cNvSpPr>
          <p:nvPr>
            <p:ph type="ftr" sz="quarter" idx="11"/>
          </p:nvPr>
        </p:nvSpPr>
        <p:spPr/>
        <p:txBody>
          <a:bodyPr/>
          <a:lstStyle/>
          <a:p>
            <a:r>
              <a:rPr lang="en-US" dirty="0"/>
              <a:t>presentation title</a:t>
            </a:r>
          </a:p>
        </p:txBody>
      </p:sp>
      <p:sp>
        <p:nvSpPr>
          <p:cNvPr id="5" name="Picture Placeholder 8">
            <a:extLst>
              <a:ext uri="{FF2B5EF4-FFF2-40B4-BE49-F238E27FC236}">
                <a16:creationId xmlns:a16="http://schemas.microsoft.com/office/drawing/2014/main" id="{6F01F221-54DA-6EF2-D9DE-2B9A7AB60B1C}"/>
              </a:ext>
            </a:extLst>
          </p:cNvPr>
          <p:cNvSpPr>
            <a:spLocks noGrp="1"/>
          </p:cNvSpPr>
          <p:nvPr>
            <p:ph type="pic" sz="quarter" idx="12"/>
          </p:nvPr>
        </p:nvSpPr>
        <p:spPr>
          <a:xfrm>
            <a:off x="1636776" y="1755648"/>
            <a:ext cx="1143000" cy="11430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6" name="Picture Placeholder 8">
            <a:extLst>
              <a:ext uri="{FF2B5EF4-FFF2-40B4-BE49-F238E27FC236}">
                <a16:creationId xmlns:a16="http://schemas.microsoft.com/office/drawing/2014/main" id="{9BEECCD2-A0EF-0622-7377-A2BAE978656E}"/>
              </a:ext>
            </a:extLst>
          </p:cNvPr>
          <p:cNvSpPr>
            <a:spLocks noGrp="1"/>
          </p:cNvSpPr>
          <p:nvPr>
            <p:ph type="pic" sz="quarter" idx="13"/>
          </p:nvPr>
        </p:nvSpPr>
        <p:spPr>
          <a:xfrm>
            <a:off x="4224528" y="1755648"/>
            <a:ext cx="1143000" cy="11430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7" name="Picture Placeholder 8">
            <a:extLst>
              <a:ext uri="{FF2B5EF4-FFF2-40B4-BE49-F238E27FC236}">
                <a16:creationId xmlns:a16="http://schemas.microsoft.com/office/drawing/2014/main" id="{DDD9A982-D940-ADB7-F949-B3898D1984E6}"/>
              </a:ext>
            </a:extLst>
          </p:cNvPr>
          <p:cNvSpPr>
            <a:spLocks noGrp="1"/>
          </p:cNvSpPr>
          <p:nvPr>
            <p:ph type="pic" sz="quarter" idx="14"/>
          </p:nvPr>
        </p:nvSpPr>
        <p:spPr>
          <a:xfrm>
            <a:off x="6848856" y="1755648"/>
            <a:ext cx="1143000" cy="11430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8" name="Picture Placeholder 8">
            <a:extLst>
              <a:ext uri="{FF2B5EF4-FFF2-40B4-BE49-F238E27FC236}">
                <a16:creationId xmlns:a16="http://schemas.microsoft.com/office/drawing/2014/main" id="{492630AD-4FA0-C5D3-DC29-AE0E67CB6CAA}"/>
              </a:ext>
            </a:extLst>
          </p:cNvPr>
          <p:cNvSpPr>
            <a:spLocks noGrp="1"/>
          </p:cNvSpPr>
          <p:nvPr>
            <p:ph type="pic" sz="quarter" idx="15"/>
          </p:nvPr>
        </p:nvSpPr>
        <p:spPr>
          <a:xfrm>
            <a:off x="9381744" y="1755648"/>
            <a:ext cx="1143000" cy="11430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9" name="Text Placeholder 13">
            <a:extLst>
              <a:ext uri="{FF2B5EF4-FFF2-40B4-BE49-F238E27FC236}">
                <a16:creationId xmlns:a16="http://schemas.microsoft.com/office/drawing/2014/main" id="{AA3DDCC3-9231-434E-A1D1-8A078DE7BF10}"/>
              </a:ext>
            </a:extLst>
          </p:cNvPr>
          <p:cNvSpPr>
            <a:spLocks noGrp="1"/>
          </p:cNvSpPr>
          <p:nvPr>
            <p:ph type="body" sz="quarter" idx="16"/>
          </p:nvPr>
        </p:nvSpPr>
        <p:spPr>
          <a:xfrm>
            <a:off x="1298448" y="3300984"/>
            <a:ext cx="1828800" cy="411480"/>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0" name="Text Placeholder 13">
            <a:extLst>
              <a:ext uri="{FF2B5EF4-FFF2-40B4-BE49-F238E27FC236}">
                <a16:creationId xmlns:a16="http://schemas.microsoft.com/office/drawing/2014/main" id="{970A1046-F88C-E11E-0E2E-A7F3AEDB3A26}"/>
              </a:ext>
            </a:extLst>
          </p:cNvPr>
          <p:cNvSpPr>
            <a:spLocks noGrp="1"/>
          </p:cNvSpPr>
          <p:nvPr>
            <p:ph type="body" sz="quarter" idx="17"/>
          </p:nvPr>
        </p:nvSpPr>
        <p:spPr>
          <a:xfrm>
            <a:off x="1298448" y="3730752"/>
            <a:ext cx="1828800" cy="347472"/>
          </a:xfrm>
        </p:spPr>
        <p:txBody>
          <a:bodyPr lIns="0" tIns="0" rIns="0" bIns="0" anchor="t">
            <a:noAutofit/>
          </a:bodyPr>
          <a:lstStyle>
            <a:lvl1pPr marL="0" indent="0" algn="ctr">
              <a:lnSpc>
                <a:spcPct val="100000"/>
              </a:lnSpc>
              <a:spcBef>
                <a:spcPts val="0"/>
              </a:spcBef>
              <a:buNone/>
              <a:defRPr sz="1200" b="0">
                <a:solidFill>
                  <a:schemeClr val="tx1"/>
                </a:solidFill>
                <a:latin typeface="+mn-lt"/>
              </a:defRPr>
            </a:lvl1pPr>
          </a:lstStyle>
          <a:p>
            <a:pPr lvl="0"/>
            <a:r>
              <a:rPr lang="en-US"/>
              <a:t>Click to edit Master text styles</a:t>
            </a:r>
          </a:p>
        </p:txBody>
      </p:sp>
      <p:sp>
        <p:nvSpPr>
          <p:cNvPr id="11" name="Text Placeholder 13">
            <a:extLst>
              <a:ext uri="{FF2B5EF4-FFF2-40B4-BE49-F238E27FC236}">
                <a16:creationId xmlns:a16="http://schemas.microsoft.com/office/drawing/2014/main" id="{BF27FC0A-1C34-6BFF-806A-6911C16F2184}"/>
              </a:ext>
            </a:extLst>
          </p:cNvPr>
          <p:cNvSpPr>
            <a:spLocks noGrp="1"/>
          </p:cNvSpPr>
          <p:nvPr>
            <p:ph type="body" sz="quarter" idx="18"/>
          </p:nvPr>
        </p:nvSpPr>
        <p:spPr>
          <a:xfrm>
            <a:off x="3886200" y="3300984"/>
            <a:ext cx="1828800" cy="411480"/>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2" name="Text Placeholder 13">
            <a:extLst>
              <a:ext uri="{FF2B5EF4-FFF2-40B4-BE49-F238E27FC236}">
                <a16:creationId xmlns:a16="http://schemas.microsoft.com/office/drawing/2014/main" id="{EF94CC5A-0B90-D0D3-CF42-2A9B86331729}"/>
              </a:ext>
            </a:extLst>
          </p:cNvPr>
          <p:cNvSpPr>
            <a:spLocks noGrp="1"/>
          </p:cNvSpPr>
          <p:nvPr>
            <p:ph type="body" sz="quarter" idx="19"/>
          </p:nvPr>
        </p:nvSpPr>
        <p:spPr>
          <a:xfrm>
            <a:off x="3886200" y="3730752"/>
            <a:ext cx="1828800" cy="347472"/>
          </a:xfrm>
        </p:spPr>
        <p:txBody>
          <a:bodyPr lIns="0" tIns="0" rIns="0" bIns="0" anchor="t">
            <a:noAutofit/>
          </a:bodyPr>
          <a:lstStyle>
            <a:lvl1pPr marL="0" indent="0" algn="ctr">
              <a:lnSpc>
                <a:spcPct val="100000"/>
              </a:lnSpc>
              <a:spcBef>
                <a:spcPts val="0"/>
              </a:spcBef>
              <a:buNone/>
              <a:defRPr sz="1200" b="0">
                <a:solidFill>
                  <a:schemeClr val="tx1"/>
                </a:solidFill>
                <a:latin typeface="+mn-lt"/>
              </a:defRPr>
            </a:lvl1pPr>
          </a:lstStyle>
          <a:p>
            <a:pPr lvl="0"/>
            <a:r>
              <a:rPr lang="en-US"/>
              <a:t>Click to edit Master text styles</a:t>
            </a:r>
          </a:p>
        </p:txBody>
      </p:sp>
      <p:sp>
        <p:nvSpPr>
          <p:cNvPr id="13" name="Text Placeholder 13">
            <a:extLst>
              <a:ext uri="{FF2B5EF4-FFF2-40B4-BE49-F238E27FC236}">
                <a16:creationId xmlns:a16="http://schemas.microsoft.com/office/drawing/2014/main" id="{8E685B28-FC51-9FE8-2F7E-C8255BD75945}"/>
              </a:ext>
            </a:extLst>
          </p:cNvPr>
          <p:cNvSpPr>
            <a:spLocks noGrp="1"/>
          </p:cNvSpPr>
          <p:nvPr>
            <p:ph type="body" sz="quarter" idx="20"/>
          </p:nvPr>
        </p:nvSpPr>
        <p:spPr>
          <a:xfrm>
            <a:off x="6510528" y="3300984"/>
            <a:ext cx="1828800" cy="411480"/>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4" name="Text Placeholder 13">
            <a:extLst>
              <a:ext uri="{FF2B5EF4-FFF2-40B4-BE49-F238E27FC236}">
                <a16:creationId xmlns:a16="http://schemas.microsoft.com/office/drawing/2014/main" id="{B472F1E6-DAE5-AE6D-F688-575FC243CD0C}"/>
              </a:ext>
            </a:extLst>
          </p:cNvPr>
          <p:cNvSpPr>
            <a:spLocks noGrp="1"/>
          </p:cNvSpPr>
          <p:nvPr>
            <p:ph type="body" sz="quarter" idx="21"/>
          </p:nvPr>
        </p:nvSpPr>
        <p:spPr>
          <a:xfrm>
            <a:off x="6510528" y="3730752"/>
            <a:ext cx="1828800" cy="347472"/>
          </a:xfrm>
        </p:spPr>
        <p:txBody>
          <a:bodyPr lIns="0" tIns="0" rIns="0" bIns="0" anchor="t">
            <a:noAutofit/>
          </a:bodyPr>
          <a:lstStyle>
            <a:lvl1pPr marL="0" indent="0" algn="ctr">
              <a:lnSpc>
                <a:spcPct val="100000"/>
              </a:lnSpc>
              <a:spcBef>
                <a:spcPts val="0"/>
              </a:spcBef>
              <a:buNone/>
              <a:defRPr sz="1200" b="0">
                <a:solidFill>
                  <a:schemeClr val="tx1"/>
                </a:solidFill>
                <a:latin typeface="+mn-lt"/>
              </a:defRPr>
            </a:lvl1pPr>
          </a:lstStyle>
          <a:p>
            <a:pPr lvl="0"/>
            <a:r>
              <a:rPr lang="en-US"/>
              <a:t>Click to edit Master text styles</a:t>
            </a:r>
          </a:p>
        </p:txBody>
      </p:sp>
      <p:sp>
        <p:nvSpPr>
          <p:cNvPr id="15" name="Text Placeholder 13">
            <a:extLst>
              <a:ext uri="{FF2B5EF4-FFF2-40B4-BE49-F238E27FC236}">
                <a16:creationId xmlns:a16="http://schemas.microsoft.com/office/drawing/2014/main" id="{7138E486-F729-AEC8-0C2D-44FA21EDC617}"/>
              </a:ext>
            </a:extLst>
          </p:cNvPr>
          <p:cNvSpPr>
            <a:spLocks noGrp="1"/>
          </p:cNvSpPr>
          <p:nvPr>
            <p:ph type="body" sz="quarter" idx="22"/>
          </p:nvPr>
        </p:nvSpPr>
        <p:spPr>
          <a:xfrm>
            <a:off x="9034272" y="3300984"/>
            <a:ext cx="1828800" cy="411480"/>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6" name="Text Placeholder 13">
            <a:extLst>
              <a:ext uri="{FF2B5EF4-FFF2-40B4-BE49-F238E27FC236}">
                <a16:creationId xmlns:a16="http://schemas.microsoft.com/office/drawing/2014/main" id="{0F182FA8-4DA0-527F-89C3-96D9A996F2C7}"/>
              </a:ext>
            </a:extLst>
          </p:cNvPr>
          <p:cNvSpPr>
            <a:spLocks noGrp="1"/>
          </p:cNvSpPr>
          <p:nvPr>
            <p:ph type="body" sz="quarter" idx="23"/>
          </p:nvPr>
        </p:nvSpPr>
        <p:spPr>
          <a:xfrm>
            <a:off x="9034272" y="3730752"/>
            <a:ext cx="1828800" cy="347472"/>
          </a:xfrm>
        </p:spPr>
        <p:txBody>
          <a:bodyPr lIns="0" tIns="0" rIns="0" bIns="0" anchor="t">
            <a:noAutofit/>
          </a:bodyPr>
          <a:lstStyle>
            <a:lvl1pPr marL="0" indent="0" algn="ctr">
              <a:lnSpc>
                <a:spcPct val="100000"/>
              </a:lnSpc>
              <a:spcBef>
                <a:spcPts val="0"/>
              </a:spcBef>
              <a:buNone/>
              <a:defRPr sz="1200" b="0">
                <a:solidFill>
                  <a:schemeClr val="tx1"/>
                </a:solidFill>
                <a:latin typeface="+mn-lt"/>
              </a:defRPr>
            </a:lvl1pPr>
          </a:lstStyle>
          <a:p>
            <a:pPr lvl="0"/>
            <a:r>
              <a:rPr lang="en-US"/>
              <a:t>Click to edit Master text styles</a:t>
            </a:r>
          </a:p>
        </p:txBody>
      </p:sp>
      <p:cxnSp>
        <p:nvCxnSpPr>
          <p:cNvPr id="17" name="Straight Connector 16">
            <a:extLst>
              <a:ext uri="{FF2B5EF4-FFF2-40B4-BE49-F238E27FC236}">
                <a16:creationId xmlns:a16="http://schemas.microsoft.com/office/drawing/2014/main" id="{BF42A71B-2F05-7F67-85C0-0C5AA947983D}"/>
              </a:ext>
            </a:extLst>
          </p:cNvPr>
          <p:cNvCxnSpPr>
            <a:cxnSpLocks/>
          </p:cNvCxnSpPr>
          <p:nvPr userDrawn="1"/>
        </p:nvCxnSpPr>
        <p:spPr>
          <a:xfrm>
            <a:off x="4684061" y="3104299"/>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BC25395-CA95-6040-8ED6-C7D8A2E16C49}"/>
              </a:ext>
            </a:extLst>
          </p:cNvPr>
          <p:cNvCxnSpPr>
            <a:cxnSpLocks/>
          </p:cNvCxnSpPr>
          <p:nvPr userDrawn="1"/>
        </p:nvCxnSpPr>
        <p:spPr>
          <a:xfrm>
            <a:off x="2096160" y="3104299"/>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E2F589B-649A-57C2-1D3E-79FDFF84BADB}"/>
              </a:ext>
            </a:extLst>
          </p:cNvPr>
          <p:cNvCxnSpPr>
            <a:cxnSpLocks/>
          </p:cNvCxnSpPr>
          <p:nvPr userDrawn="1"/>
        </p:nvCxnSpPr>
        <p:spPr>
          <a:xfrm>
            <a:off x="9837985" y="3104299"/>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1F3728F-0FBF-5AD2-357E-FFCFFBF7687E}"/>
              </a:ext>
            </a:extLst>
          </p:cNvPr>
          <p:cNvCxnSpPr>
            <a:cxnSpLocks/>
          </p:cNvCxnSpPr>
          <p:nvPr userDrawn="1"/>
        </p:nvCxnSpPr>
        <p:spPr>
          <a:xfrm>
            <a:off x="7306235" y="3104299"/>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1" name="Picture Placeholder 8">
            <a:extLst>
              <a:ext uri="{FF2B5EF4-FFF2-40B4-BE49-F238E27FC236}">
                <a16:creationId xmlns:a16="http://schemas.microsoft.com/office/drawing/2014/main" id="{09A756E1-5275-58A9-7B09-95BEA4F4FACA}"/>
              </a:ext>
            </a:extLst>
          </p:cNvPr>
          <p:cNvSpPr>
            <a:spLocks noGrp="1"/>
          </p:cNvSpPr>
          <p:nvPr>
            <p:ph type="pic" sz="quarter" idx="24"/>
          </p:nvPr>
        </p:nvSpPr>
        <p:spPr>
          <a:xfrm>
            <a:off x="1636776" y="4270248"/>
            <a:ext cx="1143000" cy="11430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22" name="Picture Placeholder 8">
            <a:extLst>
              <a:ext uri="{FF2B5EF4-FFF2-40B4-BE49-F238E27FC236}">
                <a16:creationId xmlns:a16="http://schemas.microsoft.com/office/drawing/2014/main" id="{A4DA2F88-85BF-29B8-6321-AF19B25A6261}"/>
              </a:ext>
            </a:extLst>
          </p:cNvPr>
          <p:cNvSpPr>
            <a:spLocks noGrp="1"/>
          </p:cNvSpPr>
          <p:nvPr>
            <p:ph type="pic" sz="quarter" idx="25"/>
          </p:nvPr>
        </p:nvSpPr>
        <p:spPr>
          <a:xfrm>
            <a:off x="4224528" y="4270248"/>
            <a:ext cx="1143000" cy="11430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23" name="Picture Placeholder 8">
            <a:extLst>
              <a:ext uri="{FF2B5EF4-FFF2-40B4-BE49-F238E27FC236}">
                <a16:creationId xmlns:a16="http://schemas.microsoft.com/office/drawing/2014/main" id="{4636CEF4-05E9-F5BB-BD6F-6B081DBDCA9D}"/>
              </a:ext>
            </a:extLst>
          </p:cNvPr>
          <p:cNvSpPr>
            <a:spLocks noGrp="1"/>
          </p:cNvSpPr>
          <p:nvPr>
            <p:ph type="pic" sz="quarter" idx="26"/>
          </p:nvPr>
        </p:nvSpPr>
        <p:spPr>
          <a:xfrm>
            <a:off x="6848856" y="4270248"/>
            <a:ext cx="1143000" cy="11430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24" name="Picture Placeholder 8">
            <a:extLst>
              <a:ext uri="{FF2B5EF4-FFF2-40B4-BE49-F238E27FC236}">
                <a16:creationId xmlns:a16="http://schemas.microsoft.com/office/drawing/2014/main" id="{67B57C06-A1D0-7C74-6A14-2BFF0B1FC172}"/>
              </a:ext>
            </a:extLst>
          </p:cNvPr>
          <p:cNvSpPr>
            <a:spLocks noGrp="1"/>
          </p:cNvSpPr>
          <p:nvPr>
            <p:ph type="pic" sz="quarter" idx="27"/>
          </p:nvPr>
        </p:nvSpPr>
        <p:spPr>
          <a:xfrm>
            <a:off x="9381744" y="4270248"/>
            <a:ext cx="1143000" cy="11430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25" name="Text Placeholder 13">
            <a:extLst>
              <a:ext uri="{FF2B5EF4-FFF2-40B4-BE49-F238E27FC236}">
                <a16:creationId xmlns:a16="http://schemas.microsoft.com/office/drawing/2014/main" id="{1025D334-8990-1960-8865-C877ECC47E67}"/>
              </a:ext>
            </a:extLst>
          </p:cNvPr>
          <p:cNvSpPr>
            <a:spLocks noGrp="1"/>
          </p:cNvSpPr>
          <p:nvPr>
            <p:ph type="body" sz="quarter" idx="28"/>
          </p:nvPr>
        </p:nvSpPr>
        <p:spPr>
          <a:xfrm>
            <a:off x="1298448" y="5824728"/>
            <a:ext cx="1828800" cy="411480"/>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26" name="Text Placeholder 13">
            <a:extLst>
              <a:ext uri="{FF2B5EF4-FFF2-40B4-BE49-F238E27FC236}">
                <a16:creationId xmlns:a16="http://schemas.microsoft.com/office/drawing/2014/main" id="{7F491CA2-1A10-E7DB-4203-DC7E9E48CCFF}"/>
              </a:ext>
            </a:extLst>
          </p:cNvPr>
          <p:cNvSpPr>
            <a:spLocks noGrp="1"/>
          </p:cNvSpPr>
          <p:nvPr>
            <p:ph type="body" sz="quarter" idx="29"/>
          </p:nvPr>
        </p:nvSpPr>
        <p:spPr>
          <a:xfrm>
            <a:off x="1298448" y="6245352"/>
            <a:ext cx="1828800" cy="347472"/>
          </a:xfrm>
        </p:spPr>
        <p:txBody>
          <a:bodyPr lIns="0" tIns="0" rIns="0" bIns="0" anchor="t">
            <a:noAutofit/>
          </a:bodyPr>
          <a:lstStyle>
            <a:lvl1pPr marL="0" indent="0" algn="ctr">
              <a:lnSpc>
                <a:spcPct val="100000"/>
              </a:lnSpc>
              <a:spcBef>
                <a:spcPts val="0"/>
              </a:spcBef>
              <a:buNone/>
              <a:defRPr sz="1200" b="0">
                <a:solidFill>
                  <a:schemeClr val="tx1"/>
                </a:solidFill>
                <a:latin typeface="+mn-lt"/>
              </a:defRPr>
            </a:lvl1pPr>
          </a:lstStyle>
          <a:p>
            <a:pPr lvl="0"/>
            <a:r>
              <a:rPr lang="en-US"/>
              <a:t>Click to edit Master text styles</a:t>
            </a:r>
          </a:p>
        </p:txBody>
      </p:sp>
      <p:sp>
        <p:nvSpPr>
          <p:cNvPr id="27" name="Text Placeholder 13">
            <a:extLst>
              <a:ext uri="{FF2B5EF4-FFF2-40B4-BE49-F238E27FC236}">
                <a16:creationId xmlns:a16="http://schemas.microsoft.com/office/drawing/2014/main" id="{697C28E5-6260-6DA9-B4F0-665506F52586}"/>
              </a:ext>
            </a:extLst>
          </p:cNvPr>
          <p:cNvSpPr>
            <a:spLocks noGrp="1"/>
          </p:cNvSpPr>
          <p:nvPr>
            <p:ph type="body" sz="quarter" idx="30"/>
          </p:nvPr>
        </p:nvSpPr>
        <p:spPr>
          <a:xfrm>
            <a:off x="3886200" y="5824728"/>
            <a:ext cx="1828800" cy="411480"/>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28" name="Text Placeholder 13">
            <a:extLst>
              <a:ext uri="{FF2B5EF4-FFF2-40B4-BE49-F238E27FC236}">
                <a16:creationId xmlns:a16="http://schemas.microsoft.com/office/drawing/2014/main" id="{A594A25E-7F2D-4188-16B7-C34485FDD2F8}"/>
              </a:ext>
            </a:extLst>
          </p:cNvPr>
          <p:cNvSpPr>
            <a:spLocks noGrp="1"/>
          </p:cNvSpPr>
          <p:nvPr>
            <p:ph type="body" sz="quarter" idx="31"/>
          </p:nvPr>
        </p:nvSpPr>
        <p:spPr>
          <a:xfrm>
            <a:off x="3886200" y="6245352"/>
            <a:ext cx="1828800" cy="347472"/>
          </a:xfrm>
        </p:spPr>
        <p:txBody>
          <a:bodyPr lIns="0" tIns="0" rIns="0" bIns="0" anchor="t">
            <a:noAutofit/>
          </a:bodyPr>
          <a:lstStyle>
            <a:lvl1pPr marL="0" indent="0" algn="ctr">
              <a:lnSpc>
                <a:spcPct val="100000"/>
              </a:lnSpc>
              <a:spcBef>
                <a:spcPts val="0"/>
              </a:spcBef>
              <a:buNone/>
              <a:defRPr sz="1200" b="0">
                <a:solidFill>
                  <a:schemeClr val="tx1"/>
                </a:solidFill>
                <a:latin typeface="+mn-lt"/>
              </a:defRPr>
            </a:lvl1pPr>
          </a:lstStyle>
          <a:p>
            <a:pPr lvl="0"/>
            <a:r>
              <a:rPr lang="en-US"/>
              <a:t>Click to edit Master text styles</a:t>
            </a:r>
          </a:p>
        </p:txBody>
      </p:sp>
      <p:sp>
        <p:nvSpPr>
          <p:cNvPr id="29" name="Text Placeholder 13">
            <a:extLst>
              <a:ext uri="{FF2B5EF4-FFF2-40B4-BE49-F238E27FC236}">
                <a16:creationId xmlns:a16="http://schemas.microsoft.com/office/drawing/2014/main" id="{584B38BF-6197-486D-7134-F86E1754AF78}"/>
              </a:ext>
            </a:extLst>
          </p:cNvPr>
          <p:cNvSpPr>
            <a:spLocks noGrp="1"/>
          </p:cNvSpPr>
          <p:nvPr>
            <p:ph type="body" sz="quarter" idx="32"/>
          </p:nvPr>
        </p:nvSpPr>
        <p:spPr>
          <a:xfrm>
            <a:off x="6510528" y="5824728"/>
            <a:ext cx="1828800" cy="411480"/>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30" name="Text Placeholder 13">
            <a:extLst>
              <a:ext uri="{FF2B5EF4-FFF2-40B4-BE49-F238E27FC236}">
                <a16:creationId xmlns:a16="http://schemas.microsoft.com/office/drawing/2014/main" id="{D788F8D9-8CDB-C458-9AAD-0426AB467D2A}"/>
              </a:ext>
            </a:extLst>
          </p:cNvPr>
          <p:cNvSpPr>
            <a:spLocks noGrp="1"/>
          </p:cNvSpPr>
          <p:nvPr>
            <p:ph type="body" sz="quarter" idx="33"/>
          </p:nvPr>
        </p:nvSpPr>
        <p:spPr>
          <a:xfrm>
            <a:off x="6510528" y="6245352"/>
            <a:ext cx="1828800" cy="347472"/>
          </a:xfrm>
        </p:spPr>
        <p:txBody>
          <a:bodyPr lIns="0" tIns="0" rIns="0" bIns="0" anchor="t">
            <a:noAutofit/>
          </a:bodyPr>
          <a:lstStyle>
            <a:lvl1pPr marL="0" indent="0" algn="ctr">
              <a:lnSpc>
                <a:spcPct val="100000"/>
              </a:lnSpc>
              <a:spcBef>
                <a:spcPts val="0"/>
              </a:spcBef>
              <a:buNone/>
              <a:defRPr sz="1200" b="0">
                <a:solidFill>
                  <a:schemeClr val="tx1"/>
                </a:solidFill>
                <a:latin typeface="+mn-lt"/>
              </a:defRPr>
            </a:lvl1pPr>
          </a:lstStyle>
          <a:p>
            <a:pPr lvl="0"/>
            <a:r>
              <a:rPr lang="en-US"/>
              <a:t>Click to edit Master text styles</a:t>
            </a:r>
          </a:p>
        </p:txBody>
      </p:sp>
      <p:sp>
        <p:nvSpPr>
          <p:cNvPr id="31" name="Text Placeholder 13">
            <a:extLst>
              <a:ext uri="{FF2B5EF4-FFF2-40B4-BE49-F238E27FC236}">
                <a16:creationId xmlns:a16="http://schemas.microsoft.com/office/drawing/2014/main" id="{78447882-2C86-B3A7-9450-29A0778E1B08}"/>
              </a:ext>
            </a:extLst>
          </p:cNvPr>
          <p:cNvSpPr>
            <a:spLocks noGrp="1"/>
          </p:cNvSpPr>
          <p:nvPr>
            <p:ph type="body" sz="quarter" idx="34"/>
          </p:nvPr>
        </p:nvSpPr>
        <p:spPr>
          <a:xfrm>
            <a:off x="9034272" y="5824728"/>
            <a:ext cx="1828800" cy="411480"/>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32" name="Text Placeholder 13">
            <a:extLst>
              <a:ext uri="{FF2B5EF4-FFF2-40B4-BE49-F238E27FC236}">
                <a16:creationId xmlns:a16="http://schemas.microsoft.com/office/drawing/2014/main" id="{E321AAE1-532A-23F0-9108-055D0D7BDFBA}"/>
              </a:ext>
            </a:extLst>
          </p:cNvPr>
          <p:cNvSpPr>
            <a:spLocks noGrp="1"/>
          </p:cNvSpPr>
          <p:nvPr>
            <p:ph type="body" sz="quarter" idx="35"/>
          </p:nvPr>
        </p:nvSpPr>
        <p:spPr>
          <a:xfrm>
            <a:off x="9034272" y="6245352"/>
            <a:ext cx="1828800" cy="347472"/>
          </a:xfrm>
        </p:spPr>
        <p:txBody>
          <a:bodyPr lIns="0" tIns="0" rIns="0" bIns="0" anchor="t">
            <a:noAutofit/>
          </a:bodyPr>
          <a:lstStyle>
            <a:lvl1pPr marL="0" indent="0" algn="ctr">
              <a:lnSpc>
                <a:spcPct val="100000"/>
              </a:lnSpc>
              <a:spcBef>
                <a:spcPts val="0"/>
              </a:spcBef>
              <a:buNone/>
              <a:defRPr sz="1200" b="0">
                <a:solidFill>
                  <a:schemeClr val="tx1"/>
                </a:solidFill>
                <a:latin typeface="+mn-lt"/>
              </a:defRPr>
            </a:lvl1pPr>
          </a:lstStyle>
          <a:p>
            <a:pPr lvl="0"/>
            <a:r>
              <a:rPr lang="en-US"/>
              <a:t>Click to edit Master text styles</a:t>
            </a:r>
          </a:p>
        </p:txBody>
      </p:sp>
      <p:cxnSp>
        <p:nvCxnSpPr>
          <p:cNvPr id="33" name="Straight Connector 32">
            <a:extLst>
              <a:ext uri="{FF2B5EF4-FFF2-40B4-BE49-F238E27FC236}">
                <a16:creationId xmlns:a16="http://schemas.microsoft.com/office/drawing/2014/main" id="{11BC4478-FBEA-422F-73BA-0A422F15D7EA}"/>
              </a:ext>
            </a:extLst>
          </p:cNvPr>
          <p:cNvCxnSpPr>
            <a:cxnSpLocks/>
          </p:cNvCxnSpPr>
          <p:nvPr userDrawn="1"/>
        </p:nvCxnSpPr>
        <p:spPr>
          <a:xfrm>
            <a:off x="4684061" y="5623560"/>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7A9AA302-5107-FDE7-557C-3305A9A7DEC2}"/>
              </a:ext>
            </a:extLst>
          </p:cNvPr>
          <p:cNvCxnSpPr>
            <a:cxnSpLocks/>
          </p:cNvCxnSpPr>
          <p:nvPr userDrawn="1"/>
        </p:nvCxnSpPr>
        <p:spPr>
          <a:xfrm>
            <a:off x="2096160" y="5623560"/>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A9C9F7A3-B120-C59A-E379-173F84B7D153}"/>
              </a:ext>
            </a:extLst>
          </p:cNvPr>
          <p:cNvCxnSpPr>
            <a:cxnSpLocks/>
          </p:cNvCxnSpPr>
          <p:nvPr userDrawn="1"/>
        </p:nvCxnSpPr>
        <p:spPr>
          <a:xfrm>
            <a:off x="9837985" y="5623560"/>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073A4E7-9D16-A6C0-E297-A36B10A2FABB}"/>
              </a:ext>
            </a:extLst>
          </p:cNvPr>
          <p:cNvCxnSpPr>
            <a:cxnSpLocks/>
          </p:cNvCxnSpPr>
          <p:nvPr userDrawn="1"/>
        </p:nvCxnSpPr>
        <p:spPr>
          <a:xfrm>
            <a:off x="7306235" y="5623560"/>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17771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ist">
    <p:spTree>
      <p:nvGrpSpPr>
        <p:cNvPr id="1" name=""/>
        <p:cNvGrpSpPr/>
        <p:nvPr/>
      </p:nvGrpSpPr>
      <p:grpSpPr>
        <a:xfrm>
          <a:off x="0" y="0"/>
          <a:ext cx="0" cy="0"/>
          <a:chOff x="0" y="0"/>
          <a:chExt cx="0" cy="0"/>
        </a:xfrm>
      </p:grpSpPr>
      <p:sp>
        <p:nvSpPr>
          <p:cNvPr id="38" name="Picture Placeholder 37">
            <a:extLst>
              <a:ext uri="{FF2B5EF4-FFF2-40B4-BE49-F238E27FC236}">
                <a16:creationId xmlns:a16="http://schemas.microsoft.com/office/drawing/2014/main" id="{7068A9B7-F56A-44B7-D61E-66289C79F1C3}"/>
              </a:ext>
            </a:extLst>
          </p:cNvPr>
          <p:cNvSpPr>
            <a:spLocks noGrp="1"/>
          </p:cNvSpPr>
          <p:nvPr>
            <p:ph type="pic" sz="quarter" idx="30"/>
          </p:nvPr>
        </p:nvSpPr>
        <p:spPr>
          <a:xfrm>
            <a:off x="0" y="5175504"/>
            <a:ext cx="12188952" cy="1682496"/>
          </a:xfrm>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783ED19-9B5E-8852-24D6-62401816CBB7}"/>
              </a:ext>
            </a:extLst>
          </p:cNvPr>
          <p:cNvSpPr>
            <a:spLocks noGrp="1"/>
          </p:cNvSpPr>
          <p:nvPr>
            <p:ph type="title"/>
          </p:nvPr>
        </p:nvSpPr>
        <p:spPr>
          <a:xfrm>
            <a:off x="1085088" y="609600"/>
            <a:ext cx="10021824" cy="1252728"/>
          </a:xfrm>
        </p:spPr>
        <p:txBody>
          <a:bodyPr/>
          <a:lstStyle>
            <a:lvl1pPr algn="ctr">
              <a:lnSpc>
                <a:spcPts val="5760"/>
              </a:lnSpc>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4307A8A0-5009-A086-A6AE-542CA4684892}"/>
              </a:ext>
            </a:extLst>
          </p:cNvPr>
          <p:cNvSpPr>
            <a:spLocks noGrp="1"/>
          </p:cNvSpPr>
          <p:nvPr>
            <p:ph type="sldNum" sz="quarter" idx="10"/>
          </p:nvPr>
        </p:nvSpPr>
        <p:spPr/>
        <p:txBody>
          <a:bodyPr/>
          <a:lstStyle>
            <a:lvl1pPr>
              <a:defRPr>
                <a:solidFill>
                  <a:schemeClr val="bg1"/>
                </a:solidFill>
              </a:defRPr>
            </a:lvl1pPr>
          </a:lstStyle>
          <a:p>
            <a:fld id="{75DF2D63-3FF5-D547-96B9-BE9CCD1ABA58}" type="slidenum">
              <a:rPr lang="en-US" smtClean="0"/>
              <a:pPr/>
              <a:t>‹#›</a:t>
            </a:fld>
            <a:endParaRPr lang="en-US" dirty="0"/>
          </a:p>
        </p:txBody>
      </p:sp>
      <p:sp>
        <p:nvSpPr>
          <p:cNvPr id="4" name="Footer Placeholder 3">
            <a:extLst>
              <a:ext uri="{FF2B5EF4-FFF2-40B4-BE49-F238E27FC236}">
                <a16:creationId xmlns:a16="http://schemas.microsoft.com/office/drawing/2014/main" id="{56746F73-AB2D-A55B-67FD-85A2F20D50E8}"/>
              </a:ext>
            </a:extLst>
          </p:cNvPr>
          <p:cNvSpPr>
            <a:spLocks noGrp="1"/>
          </p:cNvSpPr>
          <p:nvPr>
            <p:ph type="ftr" sz="quarter" idx="11"/>
          </p:nvPr>
        </p:nvSpPr>
        <p:spPr/>
        <p:txBody>
          <a:bodyPr/>
          <a:lstStyle/>
          <a:p>
            <a:r>
              <a:rPr lang="en-US" dirty="0"/>
              <a:t>presentation title</a:t>
            </a:r>
          </a:p>
        </p:txBody>
      </p:sp>
      <p:sp>
        <p:nvSpPr>
          <p:cNvPr id="9" name="Text Placeholder 13">
            <a:extLst>
              <a:ext uri="{FF2B5EF4-FFF2-40B4-BE49-F238E27FC236}">
                <a16:creationId xmlns:a16="http://schemas.microsoft.com/office/drawing/2014/main" id="{AA3DDCC3-9231-434E-A1D1-8A078DE7BF10}"/>
              </a:ext>
            </a:extLst>
          </p:cNvPr>
          <p:cNvSpPr>
            <a:spLocks noGrp="1"/>
          </p:cNvSpPr>
          <p:nvPr>
            <p:ph type="body" sz="quarter" idx="16"/>
          </p:nvPr>
        </p:nvSpPr>
        <p:spPr>
          <a:xfrm>
            <a:off x="1298448" y="2441448"/>
            <a:ext cx="1280160" cy="758952"/>
          </a:xfrm>
        </p:spPr>
        <p:txBody>
          <a:bodyPr lIns="0" tIns="0" rIns="0" bIns="0" anchor="b">
            <a:noAutofit/>
          </a:bodyPr>
          <a:lstStyle>
            <a:lvl1pPr marL="0" indent="0" algn="l">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0" name="Text Placeholder 13">
            <a:extLst>
              <a:ext uri="{FF2B5EF4-FFF2-40B4-BE49-F238E27FC236}">
                <a16:creationId xmlns:a16="http://schemas.microsoft.com/office/drawing/2014/main" id="{970A1046-F88C-E11E-0E2E-A7F3AEDB3A26}"/>
              </a:ext>
            </a:extLst>
          </p:cNvPr>
          <p:cNvSpPr>
            <a:spLocks noGrp="1"/>
          </p:cNvSpPr>
          <p:nvPr>
            <p:ph type="body" sz="quarter" idx="17"/>
          </p:nvPr>
        </p:nvSpPr>
        <p:spPr>
          <a:xfrm>
            <a:off x="1298448" y="3730752"/>
            <a:ext cx="128016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sp>
        <p:nvSpPr>
          <p:cNvPr id="11" name="Text Placeholder 13">
            <a:extLst>
              <a:ext uri="{FF2B5EF4-FFF2-40B4-BE49-F238E27FC236}">
                <a16:creationId xmlns:a16="http://schemas.microsoft.com/office/drawing/2014/main" id="{BF27FC0A-1C34-6BFF-806A-6911C16F2184}"/>
              </a:ext>
            </a:extLst>
          </p:cNvPr>
          <p:cNvSpPr>
            <a:spLocks noGrp="1"/>
          </p:cNvSpPr>
          <p:nvPr>
            <p:ph type="body" sz="quarter" idx="18"/>
          </p:nvPr>
        </p:nvSpPr>
        <p:spPr>
          <a:xfrm>
            <a:off x="3383280" y="2441448"/>
            <a:ext cx="1280160" cy="758952"/>
          </a:xfrm>
        </p:spPr>
        <p:txBody>
          <a:bodyPr lIns="0" tIns="0" rIns="0" bIns="0" anchor="b">
            <a:noAutofit/>
          </a:bodyPr>
          <a:lstStyle>
            <a:lvl1pPr marL="0" indent="0" algn="l">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2" name="Text Placeholder 13">
            <a:extLst>
              <a:ext uri="{FF2B5EF4-FFF2-40B4-BE49-F238E27FC236}">
                <a16:creationId xmlns:a16="http://schemas.microsoft.com/office/drawing/2014/main" id="{EF94CC5A-0B90-D0D3-CF42-2A9B86331729}"/>
              </a:ext>
            </a:extLst>
          </p:cNvPr>
          <p:cNvSpPr>
            <a:spLocks noGrp="1"/>
          </p:cNvSpPr>
          <p:nvPr>
            <p:ph type="body" sz="quarter" idx="19"/>
          </p:nvPr>
        </p:nvSpPr>
        <p:spPr>
          <a:xfrm>
            <a:off x="3383280" y="3730752"/>
            <a:ext cx="128016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sp>
        <p:nvSpPr>
          <p:cNvPr id="13" name="Text Placeholder 13">
            <a:extLst>
              <a:ext uri="{FF2B5EF4-FFF2-40B4-BE49-F238E27FC236}">
                <a16:creationId xmlns:a16="http://schemas.microsoft.com/office/drawing/2014/main" id="{8E685B28-FC51-9FE8-2F7E-C8255BD75945}"/>
              </a:ext>
            </a:extLst>
          </p:cNvPr>
          <p:cNvSpPr>
            <a:spLocks noGrp="1"/>
          </p:cNvSpPr>
          <p:nvPr>
            <p:ph type="body" sz="quarter" idx="20"/>
          </p:nvPr>
        </p:nvSpPr>
        <p:spPr>
          <a:xfrm>
            <a:off x="5468112" y="2441448"/>
            <a:ext cx="1280160" cy="758952"/>
          </a:xfrm>
        </p:spPr>
        <p:txBody>
          <a:bodyPr lIns="0" tIns="0" rIns="0" bIns="0" anchor="b">
            <a:noAutofit/>
          </a:bodyPr>
          <a:lstStyle>
            <a:lvl1pPr marL="0" indent="0" algn="l">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4" name="Text Placeholder 13">
            <a:extLst>
              <a:ext uri="{FF2B5EF4-FFF2-40B4-BE49-F238E27FC236}">
                <a16:creationId xmlns:a16="http://schemas.microsoft.com/office/drawing/2014/main" id="{B472F1E6-DAE5-AE6D-F688-575FC243CD0C}"/>
              </a:ext>
            </a:extLst>
          </p:cNvPr>
          <p:cNvSpPr>
            <a:spLocks noGrp="1"/>
          </p:cNvSpPr>
          <p:nvPr>
            <p:ph type="body" sz="quarter" idx="21"/>
          </p:nvPr>
        </p:nvSpPr>
        <p:spPr>
          <a:xfrm>
            <a:off x="5468112" y="3730752"/>
            <a:ext cx="128016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sp>
        <p:nvSpPr>
          <p:cNvPr id="15" name="Text Placeholder 13">
            <a:extLst>
              <a:ext uri="{FF2B5EF4-FFF2-40B4-BE49-F238E27FC236}">
                <a16:creationId xmlns:a16="http://schemas.microsoft.com/office/drawing/2014/main" id="{7138E486-F729-AEC8-0C2D-44FA21EDC617}"/>
              </a:ext>
            </a:extLst>
          </p:cNvPr>
          <p:cNvSpPr>
            <a:spLocks noGrp="1"/>
          </p:cNvSpPr>
          <p:nvPr>
            <p:ph type="body" sz="quarter" idx="22"/>
          </p:nvPr>
        </p:nvSpPr>
        <p:spPr>
          <a:xfrm>
            <a:off x="7552944" y="2441448"/>
            <a:ext cx="1280160" cy="758952"/>
          </a:xfrm>
        </p:spPr>
        <p:txBody>
          <a:bodyPr lIns="0" tIns="0" rIns="0" bIns="0" anchor="b">
            <a:noAutofit/>
          </a:bodyPr>
          <a:lstStyle>
            <a:lvl1pPr marL="0" indent="0" algn="l">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6" name="Text Placeholder 13">
            <a:extLst>
              <a:ext uri="{FF2B5EF4-FFF2-40B4-BE49-F238E27FC236}">
                <a16:creationId xmlns:a16="http://schemas.microsoft.com/office/drawing/2014/main" id="{0F182FA8-4DA0-527F-89C3-96D9A996F2C7}"/>
              </a:ext>
            </a:extLst>
          </p:cNvPr>
          <p:cNvSpPr>
            <a:spLocks noGrp="1"/>
          </p:cNvSpPr>
          <p:nvPr>
            <p:ph type="body" sz="quarter" idx="23"/>
          </p:nvPr>
        </p:nvSpPr>
        <p:spPr>
          <a:xfrm>
            <a:off x="7552944" y="3730752"/>
            <a:ext cx="128016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cxnSp>
        <p:nvCxnSpPr>
          <p:cNvPr id="17" name="Straight Connector 16">
            <a:extLst>
              <a:ext uri="{FF2B5EF4-FFF2-40B4-BE49-F238E27FC236}">
                <a16:creationId xmlns:a16="http://schemas.microsoft.com/office/drawing/2014/main" id="{BF42A71B-2F05-7F67-85C0-0C5AA947983D}"/>
              </a:ext>
            </a:extLst>
          </p:cNvPr>
          <p:cNvCxnSpPr>
            <a:cxnSpLocks/>
          </p:cNvCxnSpPr>
          <p:nvPr userDrawn="1"/>
        </p:nvCxnSpPr>
        <p:spPr>
          <a:xfrm>
            <a:off x="3383280" y="3438144"/>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BC25395-CA95-6040-8ED6-C7D8A2E16C49}"/>
              </a:ext>
            </a:extLst>
          </p:cNvPr>
          <p:cNvCxnSpPr>
            <a:cxnSpLocks/>
          </p:cNvCxnSpPr>
          <p:nvPr userDrawn="1"/>
        </p:nvCxnSpPr>
        <p:spPr>
          <a:xfrm>
            <a:off x="9637776" y="3438144"/>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E2F589B-649A-57C2-1D3E-79FDFF84BADB}"/>
              </a:ext>
            </a:extLst>
          </p:cNvPr>
          <p:cNvCxnSpPr>
            <a:cxnSpLocks/>
          </p:cNvCxnSpPr>
          <p:nvPr userDrawn="1"/>
        </p:nvCxnSpPr>
        <p:spPr>
          <a:xfrm>
            <a:off x="7552944" y="3438144"/>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1F3728F-0FBF-5AD2-357E-FFCFFBF7687E}"/>
              </a:ext>
            </a:extLst>
          </p:cNvPr>
          <p:cNvCxnSpPr>
            <a:cxnSpLocks/>
          </p:cNvCxnSpPr>
          <p:nvPr userDrawn="1"/>
        </p:nvCxnSpPr>
        <p:spPr>
          <a:xfrm>
            <a:off x="5468112" y="3438144"/>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5" name="Text Placeholder 13">
            <a:extLst>
              <a:ext uri="{FF2B5EF4-FFF2-40B4-BE49-F238E27FC236}">
                <a16:creationId xmlns:a16="http://schemas.microsoft.com/office/drawing/2014/main" id="{1025D334-8990-1960-8865-C877ECC47E67}"/>
              </a:ext>
            </a:extLst>
          </p:cNvPr>
          <p:cNvSpPr>
            <a:spLocks noGrp="1"/>
          </p:cNvSpPr>
          <p:nvPr>
            <p:ph type="body" sz="quarter" idx="28"/>
          </p:nvPr>
        </p:nvSpPr>
        <p:spPr>
          <a:xfrm>
            <a:off x="9637776" y="2441448"/>
            <a:ext cx="1280160" cy="758952"/>
          </a:xfrm>
        </p:spPr>
        <p:txBody>
          <a:bodyPr lIns="0" tIns="0" rIns="0" bIns="0" anchor="b">
            <a:noAutofit/>
          </a:bodyPr>
          <a:lstStyle>
            <a:lvl1pPr marL="0" indent="0" algn="l">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26" name="Text Placeholder 13">
            <a:extLst>
              <a:ext uri="{FF2B5EF4-FFF2-40B4-BE49-F238E27FC236}">
                <a16:creationId xmlns:a16="http://schemas.microsoft.com/office/drawing/2014/main" id="{7F491CA2-1A10-E7DB-4203-DC7E9E48CCFF}"/>
              </a:ext>
            </a:extLst>
          </p:cNvPr>
          <p:cNvSpPr>
            <a:spLocks noGrp="1"/>
          </p:cNvSpPr>
          <p:nvPr>
            <p:ph type="body" sz="quarter" idx="29"/>
          </p:nvPr>
        </p:nvSpPr>
        <p:spPr>
          <a:xfrm>
            <a:off x="9637776" y="3730752"/>
            <a:ext cx="128016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cxnSp>
        <p:nvCxnSpPr>
          <p:cNvPr id="34" name="Straight Connector 33">
            <a:extLst>
              <a:ext uri="{FF2B5EF4-FFF2-40B4-BE49-F238E27FC236}">
                <a16:creationId xmlns:a16="http://schemas.microsoft.com/office/drawing/2014/main" id="{7A9AA302-5107-FDE7-557C-3305A9A7DEC2}"/>
              </a:ext>
            </a:extLst>
          </p:cNvPr>
          <p:cNvCxnSpPr>
            <a:cxnSpLocks/>
          </p:cNvCxnSpPr>
          <p:nvPr userDrawn="1"/>
        </p:nvCxnSpPr>
        <p:spPr>
          <a:xfrm>
            <a:off x="1298448" y="3438144"/>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41061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38" name="Picture Placeholder 37">
            <a:extLst>
              <a:ext uri="{FF2B5EF4-FFF2-40B4-BE49-F238E27FC236}">
                <a16:creationId xmlns:a16="http://schemas.microsoft.com/office/drawing/2014/main" id="{7068A9B7-F56A-44B7-D61E-66289C79F1C3}"/>
              </a:ext>
            </a:extLst>
          </p:cNvPr>
          <p:cNvSpPr>
            <a:spLocks noGrp="1"/>
          </p:cNvSpPr>
          <p:nvPr>
            <p:ph type="pic" sz="quarter" idx="30"/>
          </p:nvPr>
        </p:nvSpPr>
        <p:spPr>
          <a:xfrm>
            <a:off x="0" y="0"/>
            <a:ext cx="12188952" cy="1682496"/>
          </a:xfrm>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783ED19-9B5E-8852-24D6-62401816CBB7}"/>
              </a:ext>
            </a:extLst>
          </p:cNvPr>
          <p:cNvSpPr>
            <a:spLocks noGrp="1"/>
          </p:cNvSpPr>
          <p:nvPr>
            <p:ph type="title"/>
          </p:nvPr>
        </p:nvSpPr>
        <p:spPr>
          <a:xfrm>
            <a:off x="1298448" y="5221224"/>
            <a:ext cx="3621024" cy="621792"/>
          </a:xfrm>
        </p:spPr>
        <p:txBody>
          <a:bodyPr/>
          <a:lstStyle>
            <a:lvl1pPr algn="l">
              <a:lnSpc>
                <a:spcPts val="5760"/>
              </a:lnSpc>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4307A8A0-5009-A086-A6AE-542CA4684892}"/>
              </a:ext>
            </a:extLst>
          </p:cNvPr>
          <p:cNvSpPr>
            <a:spLocks noGrp="1"/>
          </p:cNvSpPr>
          <p:nvPr>
            <p:ph type="sldNum" sz="quarter" idx="10"/>
          </p:nvPr>
        </p:nvSpPr>
        <p:spPr/>
        <p:txBody>
          <a:bodyPr/>
          <a:lstStyle>
            <a:lvl1pPr>
              <a:defRPr>
                <a:solidFill>
                  <a:schemeClr val="accent1"/>
                </a:solidFill>
              </a:defRPr>
            </a:lvl1pPr>
          </a:lstStyle>
          <a:p>
            <a:fld id="{75DF2D63-3FF5-D547-96B9-BE9CCD1ABA58}" type="slidenum">
              <a:rPr lang="en-US" smtClean="0"/>
              <a:pPr/>
              <a:t>‹#›</a:t>
            </a:fld>
            <a:endParaRPr lang="en-US" dirty="0"/>
          </a:p>
        </p:txBody>
      </p:sp>
      <p:sp>
        <p:nvSpPr>
          <p:cNvPr id="4" name="Footer Placeholder 3">
            <a:extLst>
              <a:ext uri="{FF2B5EF4-FFF2-40B4-BE49-F238E27FC236}">
                <a16:creationId xmlns:a16="http://schemas.microsoft.com/office/drawing/2014/main" id="{56746F73-AB2D-A55B-67FD-85A2F20D50E8}"/>
              </a:ext>
            </a:extLst>
          </p:cNvPr>
          <p:cNvSpPr>
            <a:spLocks noGrp="1"/>
          </p:cNvSpPr>
          <p:nvPr>
            <p:ph type="ftr" sz="quarter" idx="11"/>
          </p:nvPr>
        </p:nvSpPr>
        <p:spPr/>
        <p:txBody>
          <a:bodyPr/>
          <a:lstStyle/>
          <a:p>
            <a:r>
              <a:rPr lang="en-US" dirty="0"/>
              <a:t>presentation title</a:t>
            </a:r>
          </a:p>
        </p:txBody>
      </p:sp>
      <p:sp>
        <p:nvSpPr>
          <p:cNvPr id="9" name="Text Placeholder 13">
            <a:extLst>
              <a:ext uri="{FF2B5EF4-FFF2-40B4-BE49-F238E27FC236}">
                <a16:creationId xmlns:a16="http://schemas.microsoft.com/office/drawing/2014/main" id="{AA3DDCC3-9231-434E-A1D1-8A078DE7BF10}"/>
              </a:ext>
            </a:extLst>
          </p:cNvPr>
          <p:cNvSpPr>
            <a:spLocks noGrp="1"/>
          </p:cNvSpPr>
          <p:nvPr>
            <p:ph type="body" sz="quarter" idx="16"/>
          </p:nvPr>
        </p:nvSpPr>
        <p:spPr>
          <a:xfrm>
            <a:off x="1298448" y="3351784"/>
            <a:ext cx="1620520" cy="411476"/>
          </a:xfrm>
        </p:spPr>
        <p:txBody>
          <a:bodyPr lIns="0" tIns="0" rIns="0" bIns="0" anchor="t">
            <a:noAutofit/>
          </a:bodyPr>
          <a:lstStyle>
            <a:lvl1pPr marL="0" indent="0" algn="l">
              <a:lnSpc>
                <a:spcPct val="100000"/>
              </a:lnSpc>
              <a:spcBef>
                <a:spcPts val="0"/>
              </a:spcBef>
              <a:buNone/>
              <a:defRPr sz="2000" b="0" cap="all" spc="200" baseline="0">
                <a:solidFill>
                  <a:schemeClr val="tx1"/>
                </a:solidFill>
                <a:latin typeface="+mj-lt"/>
              </a:defRPr>
            </a:lvl1pPr>
          </a:lstStyle>
          <a:p>
            <a:pPr lvl="0"/>
            <a:r>
              <a:rPr lang="en-US"/>
              <a:t>Click to edit Master text styles</a:t>
            </a:r>
          </a:p>
        </p:txBody>
      </p:sp>
      <p:sp>
        <p:nvSpPr>
          <p:cNvPr id="11" name="Text Placeholder 13">
            <a:extLst>
              <a:ext uri="{FF2B5EF4-FFF2-40B4-BE49-F238E27FC236}">
                <a16:creationId xmlns:a16="http://schemas.microsoft.com/office/drawing/2014/main" id="{BF27FC0A-1C34-6BFF-806A-6911C16F2184}"/>
              </a:ext>
            </a:extLst>
          </p:cNvPr>
          <p:cNvSpPr>
            <a:spLocks noGrp="1"/>
          </p:cNvSpPr>
          <p:nvPr>
            <p:ph type="body" sz="quarter" idx="18"/>
          </p:nvPr>
        </p:nvSpPr>
        <p:spPr>
          <a:xfrm>
            <a:off x="3300984" y="3351784"/>
            <a:ext cx="1620520" cy="411476"/>
          </a:xfrm>
        </p:spPr>
        <p:txBody>
          <a:bodyPr lIns="0" tIns="0" rIns="0" bIns="0" anchor="t">
            <a:noAutofit/>
          </a:bodyPr>
          <a:lstStyle>
            <a:lvl1pPr marL="0" indent="0" algn="l">
              <a:lnSpc>
                <a:spcPct val="100000"/>
              </a:lnSpc>
              <a:spcBef>
                <a:spcPts val="0"/>
              </a:spcBef>
              <a:buNone/>
              <a:defRPr sz="2000" b="0" cap="all" spc="200" baseline="0">
                <a:solidFill>
                  <a:schemeClr val="tx1"/>
                </a:solidFill>
                <a:latin typeface="+mj-lt"/>
              </a:defRPr>
            </a:lvl1pPr>
          </a:lstStyle>
          <a:p>
            <a:pPr lvl="0"/>
            <a:r>
              <a:rPr lang="en-US"/>
              <a:t>Click to edit Master text styles</a:t>
            </a:r>
          </a:p>
        </p:txBody>
      </p:sp>
      <p:sp>
        <p:nvSpPr>
          <p:cNvPr id="13" name="Text Placeholder 13">
            <a:extLst>
              <a:ext uri="{FF2B5EF4-FFF2-40B4-BE49-F238E27FC236}">
                <a16:creationId xmlns:a16="http://schemas.microsoft.com/office/drawing/2014/main" id="{8E685B28-FC51-9FE8-2F7E-C8255BD75945}"/>
              </a:ext>
            </a:extLst>
          </p:cNvPr>
          <p:cNvSpPr>
            <a:spLocks noGrp="1"/>
          </p:cNvSpPr>
          <p:nvPr>
            <p:ph type="body" sz="quarter" idx="20"/>
          </p:nvPr>
        </p:nvSpPr>
        <p:spPr>
          <a:xfrm>
            <a:off x="5312664" y="3351784"/>
            <a:ext cx="1620520" cy="411476"/>
          </a:xfrm>
        </p:spPr>
        <p:txBody>
          <a:bodyPr lIns="0" tIns="0" rIns="0" bIns="0" anchor="t">
            <a:noAutofit/>
          </a:bodyPr>
          <a:lstStyle>
            <a:lvl1pPr marL="0" indent="0" algn="l">
              <a:lnSpc>
                <a:spcPct val="100000"/>
              </a:lnSpc>
              <a:spcBef>
                <a:spcPts val="0"/>
              </a:spcBef>
              <a:buNone/>
              <a:defRPr sz="2000" b="0" cap="all" spc="200" baseline="0">
                <a:solidFill>
                  <a:schemeClr val="tx1"/>
                </a:solidFill>
                <a:latin typeface="+mj-lt"/>
              </a:defRPr>
            </a:lvl1pPr>
          </a:lstStyle>
          <a:p>
            <a:pPr lvl="0"/>
            <a:r>
              <a:rPr lang="en-US"/>
              <a:t>Click to edit Master text styles</a:t>
            </a:r>
          </a:p>
        </p:txBody>
      </p:sp>
      <p:sp>
        <p:nvSpPr>
          <p:cNvPr id="15" name="Text Placeholder 13">
            <a:extLst>
              <a:ext uri="{FF2B5EF4-FFF2-40B4-BE49-F238E27FC236}">
                <a16:creationId xmlns:a16="http://schemas.microsoft.com/office/drawing/2014/main" id="{7138E486-F729-AEC8-0C2D-44FA21EDC617}"/>
              </a:ext>
            </a:extLst>
          </p:cNvPr>
          <p:cNvSpPr>
            <a:spLocks noGrp="1"/>
          </p:cNvSpPr>
          <p:nvPr>
            <p:ph type="body" sz="quarter" idx="22"/>
          </p:nvPr>
        </p:nvSpPr>
        <p:spPr>
          <a:xfrm>
            <a:off x="7315200" y="3351784"/>
            <a:ext cx="1620520" cy="411476"/>
          </a:xfrm>
        </p:spPr>
        <p:txBody>
          <a:bodyPr lIns="0" tIns="0" rIns="0" bIns="0" anchor="t">
            <a:noAutofit/>
          </a:bodyPr>
          <a:lstStyle>
            <a:lvl1pPr marL="0" indent="0" algn="l">
              <a:lnSpc>
                <a:spcPct val="100000"/>
              </a:lnSpc>
              <a:spcBef>
                <a:spcPts val="0"/>
              </a:spcBef>
              <a:buNone/>
              <a:defRPr sz="2000" b="0" cap="all" spc="200" baseline="0">
                <a:solidFill>
                  <a:schemeClr val="tx1"/>
                </a:solidFill>
                <a:latin typeface="+mj-lt"/>
              </a:defRPr>
            </a:lvl1pPr>
          </a:lstStyle>
          <a:p>
            <a:pPr lvl="0"/>
            <a:r>
              <a:rPr lang="en-US"/>
              <a:t>Click to edit Master text styles</a:t>
            </a:r>
          </a:p>
        </p:txBody>
      </p:sp>
      <p:sp>
        <p:nvSpPr>
          <p:cNvPr id="25" name="Text Placeholder 13">
            <a:extLst>
              <a:ext uri="{FF2B5EF4-FFF2-40B4-BE49-F238E27FC236}">
                <a16:creationId xmlns:a16="http://schemas.microsoft.com/office/drawing/2014/main" id="{1025D334-8990-1960-8865-C877ECC47E67}"/>
              </a:ext>
            </a:extLst>
          </p:cNvPr>
          <p:cNvSpPr>
            <a:spLocks noGrp="1"/>
          </p:cNvSpPr>
          <p:nvPr>
            <p:ph type="body" sz="quarter" idx="28"/>
          </p:nvPr>
        </p:nvSpPr>
        <p:spPr>
          <a:xfrm>
            <a:off x="9321800" y="3351784"/>
            <a:ext cx="1620520" cy="411476"/>
          </a:xfrm>
        </p:spPr>
        <p:txBody>
          <a:bodyPr lIns="0" tIns="0" rIns="0" bIns="0" anchor="t">
            <a:noAutofit/>
          </a:bodyPr>
          <a:lstStyle>
            <a:lvl1pPr marL="0" indent="0" algn="l">
              <a:lnSpc>
                <a:spcPct val="100000"/>
              </a:lnSpc>
              <a:spcBef>
                <a:spcPts val="0"/>
              </a:spcBef>
              <a:buNone/>
              <a:defRPr sz="2000" b="0" cap="all" spc="200" baseline="0">
                <a:solidFill>
                  <a:schemeClr val="tx1"/>
                </a:solidFill>
                <a:latin typeface="+mj-lt"/>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73769F54-E10C-40C4-5EFF-E8A9CA520AEC}"/>
              </a:ext>
            </a:extLst>
          </p:cNvPr>
          <p:cNvCxnSpPr>
            <a:cxnSpLocks/>
          </p:cNvCxnSpPr>
          <p:nvPr userDrawn="1"/>
        </p:nvCxnSpPr>
        <p:spPr>
          <a:xfrm>
            <a:off x="1298448" y="6111876"/>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46E7B1EF-9D07-1E66-7467-93C9AE48BD85}"/>
              </a:ext>
            </a:extLst>
          </p:cNvPr>
          <p:cNvCxnSpPr>
            <a:cxnSpLocks/>
          </p:cNvCxnSpPr>
          <p:nvPr userDrawn="1"/>
        </p:nvCxnSpPr>
        <p:spPr>
          <a:xfrm flipH="1">
            <a:off x="1219200" y="2871216"/>
            <a:ext cx="9595104" cy="0"/>
          </a:xfrm>
          <a:prstGeom prst="line">
            <a:avLst/>
          </a:prstGeom>
          <a:ln w="12700" cap="flat" cmpd="sng" algn="ctr">
            <a:solidFill>
              <a:schemeClr val="accent1"/>
            </a:solidFill>
            <a:prstDash val="solid"/>
            <a:round/>
            <a:headEnd type="triangle" w="med" len="med"/>
            <a:tailEnd type="none" w="med" len="med"/>
          </a:ln>
        </p:spPr>
        <p:style>
          <a:lnRef idx="0">
            <a:scrgbClr r="0" g="0" b="0"/>
          </a:lnRef>
          <a:fillRef idx="0">
            <a:scrgbClr r="0" g="0" b="0"/>
          </a:fillRef>
          <a:effectRef idx="0">
            <a:scrgbClr r="0" g="0" b="0"/>
          </a:effectRef>
          <a:fontRef idx="minor">
            <a:schemeClr val="tx1"/>
          </a:fontRef>
        </p:style>
      </p:cxnSp>
      <p:sp>
        <p:nvSpPr>
          <p:cNvPr id="10" name="Text Placeholder 13">
            <a:extLst>
              <a:ext uri="{FF2B5EF4-FFF2-40B4-BE49-F238E27FC236}">
                <a16:creationId xmlns:a16="http://schemas.microsoft.com/office/drawing/2014/main" id="{970A1046-F88C-E11E-0E2E-A7F3AEDB3A26}"/>
              </a:ext>
            </a:extLst>
          </p:cNvPr>
          <p:cNvSpPr>
            <a:spLocks noGrp="1"/>
          </p:cNvSpPr>
          <p:nvPr>
            <p:ph type="body" sz="quarter" idx="17"/>
          </p:nvPr>
        </p:nvSpPr>
        <p:spPr>
          <a:xfrm>
            <a:off x="1298448" y="3803904"/>
            <a:ext cx="162052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sp>
        <p:nvSpPr>
          <p:cNvPr id="12" name="Text Placeholder 13">
            <a:extLst>
              <a:ext uri="{FF2B5EF4-FFF2-40B4-BE49-F238E27FC236}">
                <a16:creationId xmlns:a16="http://schemas.microsoft.com/office/drawing/2014/main" id="{EF94CC5A-0B90-D0D3-CF42-2A9B86331729}"/>
              </a:ext>
            </a:extLst>
          </p:cNvPr>
          <p:cNvSpPr>
            <a:spLocks noGrp="1"/>
          </p:cNvSpPr>
          <p:nvPr>
            <p:ph type="body" sz="quarter" idx="19"/>
          </p:nvPr>
        </p:nvSpPr>
        <p:spPr>
          <a:xfrm>
            <a:off x="3300984" y="3803904"/>
            <a:ext cx="162052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sp>
        <p:nvSpPr>
          <p:cNvPr id="14" name="Text Placeholder 13">
            <a:extLst>
              <a:ext uri="{FF2B5EF4-FFF2-40B4-BE49-F238E27FC236}">
                <a16:creationId xmlns:a16="http://schemas.microsoft.com/office/drawing/2014/main" id="{B472F1E6-DAE5-AE6D-F688-575FC243CD0C}"/>
              </a:ext>
            </a:extLst>
          </p:cNvPr>
          <p:cNvSpPr>
            <a:spLocks noGrp="1"/>
          </p:cNvSpPr>
          <p:nvPr>
            <p:ph type="body" sz="quarter" idx="21"/>
          </p:nvPr>
        </p:nvSpPr>
        <p:spPr>
          <a:xfrm>
            <a:off x="5312664" y="3803904"/>
            <a:ext cx="162052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sp>
        <p:nvSpPr>
          <p:cNvPr id="16" name="Text Placeholder 13">
            <a:extLst>
              <a:ext uri="{FF2B5EF4-FFF2-40B4-BE49-F238E27FC236}">
                <a16:creationId xmlns:a16="http://schemas.microsoft.com/office/drawing/2014/main" id="{0F182FA8-4DA0-527F-89C3-96D9A996F2C7}"/>
              </a:ext>
            </a:extLst>
          </p:cNvPr>
          <p:cNvSpPr>
            <a:spLocks noGrp="1"/>
          </p:cNvSpPr>
          <p:nvPr>
            <p:ph type="body" sz="quarter" idx="23"/>
          </p:nvPr>
        </p:nvSpPr>
        <p:spPr>
          <a:xfrm>
            <a:off x="7315200" y="3803904"/>
            <a:ext cx="162052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sp>
        <p:nvSpPr>
          <p:cNvPr id="26" name="Text Placeholder 13">
            <a:extLst>
              <a:ext uri="{FF2B5EF4-FFF2-40B4-BE49-F238E27FC236}">
                <a16:creationId xmlns:a16="http://schemas.microsoft.com/office/drawing/2014/main" id="{7F491CA2-1A10-E7DB-4203-DC7E9E48CCFF}"/>
              </a:ext>
            </a:extLst>
          </p:cNvPr>
          <p:cNvSpPr>
            <a:spLocks noGrp="1"/>
          </p:cNvSpPr>
          <p:nvPr>
            <p:ph type="body" sz="quarter" idx="29"/>
          </p:nvPr>
        </p:nvSpPr>
        <p:spPr>
          <a:xfrm>
            <a:off x="9321800" y="3803904"/>
            <a:ext cx="162052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sp>
        <p:nvSpPr>
          <p:cNvPr id="8" name="Text Placeholder 7">
            <a:extLst>
              <a:ext uri="{FF2B5EF4-FFF2-40B4-BE49-F238E27FC236}">
                <a16:creationId xmlns:a16="http://schemas.microsoft.com/office/drawing/2014/main" id="{75476138-49FF-70BE-6359-0A511EFB243F}"/>
              </a:ext>
            </a:extLst>
          </p:cNvPr>
          <p:cNvSpPr>
            <a:spLocks noGrp="1"/>
          </p:cNvSpPr>
          <p:nvPr>
            <p:ph type="body" sz="quarter" idx="31" hasCustomPrompt="1"/>
          </p:nvPr>
        </p:nvSpPr>
        <p:spPr>
          <a:xfrm>
            <a:off x="3300984" y="2638738"/>
            <a:ext cx="91440" cy="411480"/>
          </a:xfrm>
          <a:solidFill>
            <a:schemeClr val="accent1"/>
          </a:solidFill>
        </p:spPr>
        <p:txBody>
          <a:bodyPr anchor="ctr"/>
          <a:lstStyle>
            <a:lvl1pPr marL="0" indent="0" algn="ctr">
              <a:buNone/>
              <a:defRPr>
                <a:solidFill>
                  <a:schemeClr val="tx1">
                    <a:alpha val="0"/>
                  </a:schemeClr>
                </a:solidFill>
              </a:defRPr>
            </a:lvl1pPr>
          </a:lstStyle>
          <a:p>
            <a:pPr lvl="0"/>
            <a:r>
              <a:rPr lang="en-US" dirty="0"/>
              <a:t>X</a:t>
            </a:r>
          </a:p>
        </p:txBody>
      </p:sp>
      <p:sp>
        <p:nvSpPr>
          <p:cNvPr id="22" name="Text Placeholder 7">
            <a:extLst>
              <a:ext uri="{FF2B5EF4-FFF2-40B4-BE49-F238E27FC236}">
                <a16:creationId xmlns:a16="http://schemas.microsoft.com/office/drawing/2014/main" id="{46EFC43B-3F8D-6957-F343-F3D9C3E7A716}"/>
              </a:ext>
            </a:extLst>
          </p:cNvPr>
          <p:cNvSpPr>
            <a:spLocks noGrp="1"/>
          </p:cNvSpPr>
          <p:nvPr>
            <p:ph type="body" sz="quarter" idx="32" hasCustomPrompt="1"/>
          </p:nvPr>
        </p:nvSpPr>
        <p:spPr>
          <a:xfrm>
            <a:off x="1298448" y="2638738"/>
            <a:ext cx="91440" cy="411480"/>
          </a:xfrm>
          <a:solidFill>
            <a:schemeClr val="accent1"/>
          </a:solidFill>
        </p:spPr>
        <p:txBody>
          <a:bodyPr anchor="ctr"/>
          <a:lstStyle>
            <a:lvl1pPr marL="0" indent="0" algn="ctr">
              <a:buNone/>
              <a:defRPr>
                <a:solidFill>
                  <a:schemeClr val="tx1">
                    <a:alpha val="0"/>
                  </a:schemeClr>
                </a:solidFill>
              </a:defRPr>
            </a:lvl1pPr>
          </a:lstStyle>
          <a:p>
            <a:pPr lvl="0"/>
            <a:r>
              <a:rPr lang="en-US" dirty="0"/>
              <a:t>X</a:t>
            </a:r>
          </a:p>
        </p:txBody>
      </p:sp>
      <p:sp>
        <p:nvSpPr>
          <p:cNvPr id="23" name="Text Placeholder 7">
            <a:extLst>
              <a:ext uri="{FF2B5EF4-FFF2-40B4-BE49-F238E27FC236}">
                <a16:creationId xmlns:a16="http://schemas.microsoft.com/office/drawing/2014/main" id="{D6007DD2-0F2E-6F92-8457-FC670750ED38}"/>
              </a:ext>
            </a:extLst>
          </p:cNvPr>
          <p:cNvSpPr>
            <a:spLocks noGrp="1"/>
          </p:cNvSpPr>
          <p:nvPr>
            <p:ph type="body" sz="quarter" idx="33" hasCustomPrompt="1"/>
          </p:nvPr>
        </p:nvSpPr>
        <p:spPr>
          <a:xfrm>
            <a:off x="5312664" y="2638738"/>
            <a:ext cx="91440" cy="411480"/>
          </a:xfrm>
          <a:solidFill>
            <a:schemeClr val="accent1"/>
          </a:solidFill>
        </p:spPr>
        <p:txBody>
          <a:bodyPr anchor="ctr"/>
          <a:lstStyle>
            <a:lvl1pPr marL="0" indent="0" algn="ctr">
              <a:buNone/>
              <a:defRPr>
                <a:solidFill>
                  <a:schemeClr val="tx1">
                    <a:alpha val="0"/>
                  </a:schemeClr>
                </a:solidFill>
              </a:defRPr>
            </a:lvl1pPr>
          </a:lstStyle>
          <a:p>
            <a:pPr lvl="0"/>
            <a:r>
              <a:rPr lang="en-US" dirty="0"/>
              <a:t>X</a:t>
            </a:r>
          </a:p>
        </p:txBody>
      </p:sp>
      <p:sp>
        <p:nvSpPr>
          <p:cNvPr id="24" name="Text Placeholder 7">
            <a:extLst>
              <a:ext uri="{FF2B5EF4-FFF2-40B4-BE49-F238E27FC236}">
                <a16:creationId xmlns:a16="http://schemas.microsoft.com/office/drawing/2014/main" id="{06C5667F-C463-51B6-B8D6-F757BDB8AFCC}"/>
              </a:ext>
            </a:extLst>
          </p:cNvPr>
          <p:cNvSpPr>
            <a:spLocks noGrp="1"/>
          </p:cNvSpPr>
          <p:nvPr>
            <p:ph type="body" sz="quarter" idx="34" hasCustomPrompt="1"/>
          </p:nvPr>
        </p:nvSpPr>
        <p:spPr>
          <a:xfrm>
            <a:off x="7315200" y="2638738"/>
            <a:ext cx="91440" cy="411480"/>
          </a:xfrm>
          <a:solidFill>
            <a:schemeClr val="accent1"/>
          </a:solidFill>
        </p:spPr>
        <p:txBody>
          <a:bodyPr anchor="ctr"/>
          <a:lstStyle>
            <a:lvl1pPr marL="0" indent="0" algn="ctr">
              <a:buNone/>
              <a:defRPr>
                <a:solidFill>
                  <a:schemeClr val="tx1">
                    <a:alpha val="0"/>
                  </a:schemeClr>
                </a:solidFill>
              </a:defRPr>
            </a:lvl1pPr>
          </a:lstStyle>
          <a:p>
            <a:pPr lvl="0"/>
            <a:r>
              <a:rPr lang="en-US" dirty="0"/>
              <a:t>X</a:t>
            </a:r>
          </a:p>
        </p:txBody>
      </p:sp>
      <p:sp>
        <p:nvSpPr>
          <p:cNvPr id="27" name="Text Placeholder 7">
            <a:extLst>
              <a:ext uri="{FF2B5EF4-FFF2-40B4-BE49-F238E27FC236}">
                <a16:creationId xmlns:a16="http://schemas.microsoft.com/office/drawing/2014/main" id="{0FF09CBB-BD48-E8E5-EECF-B6CBC36B236C}"/>
              </a:ext>
            </a:extLst>
          </p:cNvPr>
          <p:cNvSpPr>
            <a:spLocks noGrp="1"/>
          </p:cNvSpPr>
          <p:nvPr>
            <p:ph type="body" sz="quarter" idx="35" hasCustomPrompt="1"/>
          </p:nvPr>
        </p:nvSpPr>
        <p:spPr>
          <a:xfrm>
            <a:off x="9321800" y="2638738"/>
            <a:ext cx="91440" cy="411480"/>
          </a:xfrm>
          <a:solidFill>
            <a:schemeClr val="accent1"/>
          </a:solidFill>
        </p:spPr>
        <p:txBody>
          <a:bodyPr anchor="ctr"/>
          <a:lstStyle>
            <a:lvl1pPr marL="0" indent="0" algn="ctr">
              <a:buNone/>
              <a:defRPr>
                <a:solidFill>
                  <a:schemeClr val="tx1">
                    <a:alpha val="0"/>
                  </a:schemeClr>
                </a:solidFill>
              </a:defRPr>
            </a:lvl1pPr>
          </a:lstStyle>
          <a:p>
            <a:pPr lvl="0"/>
            <a:r>
              <a:rPr lang="en-US" dirty="0"/>
              <a:t>X</a:t>
            </a:r>
          </a:p>
        </p:txBody>
      </p:sp>
    </p:spTree>
    <p:extLst>
      <p:ext uri="{BB962C8B-B14F-4D97-AF65-F5344CB8AC3E}">
        <p14:creationId xmlns:p14="http://schemas.microsoft.com/office/powerpoint/2010/main" val="23337835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1A881D2A-2C75-8B2A-DA41-F42ABBA59AA9}"/>
              </a:ext>
            </a:extLst>
          </p:cNvPr>
          <p:cNvSpPr>
            <a:spLocks noGrp="1"/>
          </p:cNvSpPr>
          <p:nvPr>
            <p:ph type="pic" sz="quarter" idx="13"/>
          </p:nvPr>
        </p:nvSpPr>
        <p:spPr>
          <a:xfrm>
            <a:off x="0" y="0"/>
            <a:ext cx="6656832" cy="6858000"/>
          </a:xfrm>
          <a:custGeom>
            <a:avLst/>
            <a:gdLst>
              <a:gd name="connsiteX0" fmla="*/ 1295400 w 6656832"/>
              <a:gd name="connsiteY0" fmla="*/ 1492377 h 6858000"/>
              <a:gd name="connsiteX1" fmla="*/ 1295400 w 6656832"/>
              <a:gd name="connsiteY1" fmla="*/ 1580679 h 6858000"/>
              <a:gd name="connsiteX2" fmla="*/ 1704975 w 6656832"/>
              <a:gd name="connsiteY2" fmla="*/ 1580679 h 6858000"/>
              <a:gd name="connsiteX3" fmla="*/ 1704975 w 6656832"/>
              <a:gd name="connsiteY3" fmla="*/ 1492377 h 6858000"/>
              <a:gd name="connsiteX4" fmla="*/ 0 w 6656832"/>
              <a:gd name="connsiteY4" fmla="*/ 0 h 6858000"/>
              <a:gd name="connsiteX5" fmla="*/ 6656832 w 6656832"/>
              <a:gd name="connsiteY5" fmla="*/ 0 h 6858000"/>
              <a:gd name="connsiteX6" fmla="*/ 6656832 w 6656832"/>
              <a:gd name="connsiteY6" fmla="*/ 6858000 h 6858000"/>
              <a:gd name="connsiteX7" fmla="*/ 0 w 665683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56832" h="6858000">
                <a:moveTo>
                  <a:pt x="1295400" y="1492377"/>
                </a:moveTo>
                <a:lnTo>
                  <a:pt x="1295400" y="1580679"/>
                </a:lnTo>
                <a:lnTo>
                  <a:pt x="1704975" y="1580679"/>
                </a:lnTo>
                <a:lnTo>
                  <a:pt x="1704975" y="1492377"/>
                </a:lnTo>
                <a:close/>
                <a:moveTo>
                  <a:pt x="0" y="0"/>
                </a:moveTo>
                <a:lnTo>
                  <a:pt x="6656832" y="0"/>
                </a:lnTo>
                <a:lnTo>
                  <a:pt x="6656832" y="6858000"/>
                </a:lnTo>
                <a:lnTo>
                  <a:pt x="0" y="6858000"/>
                </a:lnTo>
                <a:close/>
              </a:path>
            </a:pathLst>
          </a:custGeom>
        </p:spPr>
        <p:txBody>
          <a:bodyPr wrap="square">
            <a:noAutofit/>
          </a:bodyPr>
          <a:lstStyle/>
          <a:p>
            <a:r>
              <a:rPr lang="en-US"/>
              <a:t>Click icon to add picture</a:t>
            </a:r>
            <a:endParaRPr lang="en-US" dirty="0"/>
          </a:p>
        </p:txBody>
      </p:sp>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1298448" y="609600"/>
            <a:ext cx="6656832" cy="530352"/>
          </a:xfrm>
        </p:spPr>
        <p:txBody>
          <a:bodyPr anchor="t" anchorCtr="0"/>
          <a:lstStyle/>
          <a:p>
            <a:r>
              <a:rPr lang="en-US"/>
              <a:t>Click to edit Master title style</a:t>
            </a:r>
            <a:endParaRPr lang="en-US" dirty="0"/>
          </a:p>
        </p:txBody>
      </p:sp>
      <p:sp>
        <p:nvSpPr>
          <p:cNvPr id="18" name="Text Placeholder 17">
            <a:extLst>
              <a:ext uri="{FF2B5EF4-FFF2-40B4-BE49-F238E27FC236}">
                <a16:creationId xmlns:a16="http://schemas.microsoft.com/office/drawing/2014/main" id="{CCA7A15A-B484-E46E-FF4D-179F31F1777F}"/>
              </a:ext>
            </a:extLst>
          </p:cNvPr>
          <p:cNvSpPr>
            <a:spLocks noGrp="1"/>
          </p:cNvSpPr>
          <p:nvPr>
            <p:ph type="body" idx="1"/>
          </p:nvPr>
        </p:nvSpPr>
        <p:spPr>
          <a:xfrm>
            <a:off x="1298448" y="2209800"/>
            <a:ext cx="4495744" cy="4648200"/>
          </a:xfrm>
          <a:custGeom>
            <a:avLst/>
            <a:gdLst>
              <a:gd name="connsiteX0" fmla="*/ 0 w 4495744"/>
              <a:gd name="connsiteY0" fmla="*/ 0 h 4648200"/>
              <a:gd name="connsiteX1" fmla="*/ 4495744 w 4495744"/>
              <a:gd name="connsiteY1" fmla="*/ 0 h 4648200"/>
              <a:gd name="connsiteX2" fmla="*/ 4495744 w 4495744"/>
              <a:gd name="connsiteY2" fmla="*/ 4648200 h 4648200"/>
              <a:gd name="connsiteX3" fmla="*/ 0 w 4495744"/>
              <a:gd name="connsiteY3" fmla="*/ 4648200 h 4648200"/>
            </a:gdLst>
            <a:ahLst/>
            <a:cxnLst>
              <a:cxn ang="0">
                <a:pos x="connsiteX0" y="connsiteY0"/>
              </a:cxn>
              <a:cxn ang="0">
                <a:pos x="connsiteX1" y="connsiteY1"/>
              </a:cxn>
              <a:cxn ang="0">
                <a:pos x="connsiteX2" y="connsiteY2"/>
              </a:cxn>
              <a:cxn ang="0">
                <a:pos x="connsiteX3" y="connsiteY3"/>
              </a:cxn>
            </a:cxnLst>
            <a:rect l="l" t="t" r="r" b="b"/>
            <a:pathLst>
              <a:path w="4495744" h="4648200">
                <a:moveTo>
                  <a:pt x="0" y="0"/>
                </a:moveTo>
                <a:lnTo>
                  <a:pt x="4495744" y="0"/>
                </a:lnTo>
                <a:lnTo>
                  <a:pt x="4495744" y="4648200"/>
                </a:lnTo>
                <a:lnTo>
                  <a:pt x="0" y="4648200"/>
                </a:lnTo>
                <a:close/>
              </a:path>
            </a:pathLst>
          </a:custGeom>
          <a:solidFill>
            <a:schemeClr val="accent4"/>
          </a:solidFill>
        </p:spPr>
        <p:txBody>
          <a:bodyPr wrap="square" lIns="310896" tIns="365760" rIns="274320" anchor="t">
            <a:noAutofit/>
          </a:bodyPr>
          <a:lstStyle>
            <a:lvl1pPr marL="0" indent="0">
              <a:lnSpc>
                <a:spcPts val="2400"/>
              </a:lnSpc>
              <a:buNone/>
              <a:defRPr sz="2000" b="0" i="0" cap="all" spc="200" baseline="0">
                <a:latin typeface="+mj-lt"/>
                <a:cs typeface="Posterama" panose="020B0504020200020000"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618488" y="3630168"/>
            <a:ext cx="3886200" cy="2514600"/>
          </a:xfrm>
        </p:spPr>
        <p:txBody>
          <a:bodyPr/>
          <a:lstStyle>
            <a:lvl1pPr marL="0" indent="0">
              <a:buNone/>
              <a:defRPr sz="1400"/>
            </a:lvl1pPr>
            <a:lvl2pPr marL="228600">
              <a:defRPr sz="1400"/>
            </a:lvl2pPr>
            <a:lvl3pPr marL="457200">
              <a:defRPr sz="1400"/>
            </a:lvl3pPr>
            <a:lvl4pPr marL="685800">
              <a:defRPr sz="1400"/>
            </a:lvl4pPr>
            <a:lvl5pPr marL="1143000">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0">
            <a:extLst>
              <a:ext uri="{FF2B5EF4-FFF2-40B4-BE49-F238E27FC236}">
                <a16:creationId xmlns:a16="http://schemas.microsoft.com/office/drawing/2014/main" id="{A123542D-139D-45CC-7853-FE3702B4BB1E}"/>
              </a:ext>
            </a:extLst>
          </p:cNvPr>
          <p:cNvSpPr>
            <a:spLocks noGrp="1"/>
          </p:cNvSpPr>
          <p:nvPr>
            <p:ph type="body" sz="quarter" idx="3"/>
          </p:nvPr>
        </p:nvSpPr>
        <p:spPr>
          <a:xfrm>
            <a:off x="6705600" y="2209800"/>
            <a:ext cx="4495744" cy="4648200"/>
          </a:xfrm>
          <a:custGeom>
            <a:avLst/>
            <a:gdLst>
              <a:gd name="connsiteX0" fmla="*/ 0 w 4495744"/>
              <a:gd name="connsiteY0" fmla="*/ 0 h 4648200"/>
              <a:gd name="connsiteX1" fmla="*/ 4495744 w 4495744"/>
              <a:gd name="connsiteY1" fmla="*/ 0 h 4648200"/>
              <a:gd name="connsiteX2" fmla="*/ 4495744 w 4495744"/>
              <a:gd name="connsiteY2" fmla="*/ 4648200 h 4648200"/>
              <a:gd name="connsiteX3" fmla="*/ 0 w 4495744"/>
              <a:gd name="connsiteY3" fmla="*/ 4648200 h 4648200"/>
            </a:gdLst>
            <a:ahLst/>
            <a:cxnLst>
              <a:cxn ang="0">
                <a:pos x="connsiteX0" y="connsiteY0"/>
              </a:cxn>
              <a:cxn ang="0">
                <a:pos x="connsiteX1" y="connsiteY1"/>
              </a:cxn>
              <a:cxn ang="0">
                <a:pos x="connsiteX2" y="connsiteY2"/>
              </a:cxn>
              <a:cxn ang="0">
                <a:pos x="connsiteX3" y="connsiteY3"/>
              </a:cxn>
            </a:cxnLst>
            <a:rect l="l" t="t" r="r" b="b"/>
            <a:pathLst>
              <a:path w="4495744" h="4648200">
                <a:moveTo>
                  <a:pt x="0" y="0"/>
                </a:moveTo>
                <a:lnTo>
                  <a:pt x="4495744" y="0"/>
                </a:lnTo>
                <a:lnTo>
                  <a:pt x="4495744" y="4648200"/>
                </a:lnTo>
                <a:lnTo>
                  <a:pt x="0" y="4648200"/>
                </a:lnTo>
                <a:close/>
              </a:path>
            </a:pathLst>
          </a:custGeom>
          <a:solidFill>
            <a:schemeClr val="accent4"/>
          </a:solidFill>
        </p:spPr>
        <p:txBody>
          <a:bodyPr wrap="square" lIns="310896" tIns="365760" rIns="274320" anchor="t" anchorCtr="0">
            <a:noAutofit/>
          </a:bodyPr>
          <a:lstStyle>
            <a:lvl1pPr marL="0" indent="0">
              <a:lnSpc>
                <a:spcPts val="2400"/>
              </a:lnSpc>
              <a:buNone/>
              <a:defRPr sz="2000" b="0" i="0" cap="all" spc="200" baseline="0">
                <a:latin typeface="+mj-lt"/>
                <a:cs typeface="Posterama" panose="020B0504020200020000"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7013448" y="3630168"/>
            <a:ext cx="3886200" cy="2514600"/>
          </a:xfrm>
        </p:spPr>
        <p:txBody>
          <a:bodyPr/>
          <a:lstStyle>
            <a:lvl1pPr marL="0" indent="0">
              <a:buNone/>
              <a:defRPr sz="1400"/>
            </a:lvl1pPr>
            <a:lvl2pPr marL="228600">
              <a:defRPr sz="1400"/>
            </a:lvl2pPr>
            <a:lvl3pPr marL="457200">
              <a:defRPr sz="1400"/>
            </a:lvl3pPr>
            <a:lvl4pPr marL="685800">
              <a:defRPr sz="1400"/>
            </a:lvl4pPr>
            <a:lvl5pPr marL="1143000">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a:extLst>
              <a:ext uri="{FF2B5EF4-FFF2-40B4-BE49-F238E27FC236}">
                <a16:creationId xmlns:a16="http://schemas.microsoft.com/office/drawing/2014/main" id="{0659A9D2-C6ED-A99E-6041-56B568841809}"/>
              </a:ext>
            </a:extLst>
          </p:cNvPr>
          <p:cNvSpPr>
            <a:spLocks noGrp="1"/>
          </p:cNvSpPr>
          <p:nvPr>
            <p:ph type="sldNum" sz="quarter" idx="11"/>
          </p:nvPr>
        </p:nvSpPr>
        <p:spPr/>
        <p:txBody>
          <a:bodyPr/>
          <a:lstStyle/>
          <a:p>
            <a:fld id="{75DF2D63-3FF5-D547-96B9-BE9CCD1ABA58}" type="slidenum">
              <a:rPr lang="en-US" smtClean="0"/>
              <a:t>‹#›</a:t>
            </a:fld>
            <a:endParaRPr lang="en-US" dirty="0"/>
          </a:p>
        </p:txBody>
      </p:sp>
      <p:sp>
        <p:nvSpPr>
          <p:cNvPr id="12" name="Footer Placeholder 11">
            <a:extLst>
              <a:ext uri="{FF2B5EF4-FFF2-40B4-BE49-F238E27FC236}">
                <a16:creationId xmlns:a16="http://schemas.microsoft.com/office/drawing/2014/main" id="{971F094C-919A-3E78-DE58-27C2B997C940}"/>
              </a:ext>
            </a:extLst>
          </p:cNvPr>
          <p:cNvSpPr>
            <a:spLocks noGrp="1"/>
          </p:cNvSpPr>
          <p:nvPr>
            <p:ph type="ftr" sz="quarter" idx="12"/>
          </p:nvPr>
        </p:nvSpPr>
        <p:spPr/>
        <p:txBody>
          <a:bodyPr/>
          <a:lstStyle/>
          <a:p>
            <a:r>
              <a:rPr lang="en-US" dirty="0"/>
              <a:t>presentation title</a:t>
            </a:r>
          </a:p>
        </p:txBody>
      </p:sp>
      <p:sp>
        <p:nvSpPr>
          <p:cNvPr id="17" name="Rectangle 16">
            <a:extLst>
              <a:ext uri="{FF2B5EF4-FFF2-40B4-BE49-F238E27FC236}">
                <a16:creationId xmlns:a16="http://schemas.microsoft.com/office/drawing/2014/main" id="{D5896335-CC4F-4D72-23F0-F7FBFA640021}"/>
              </a:ext>
            </a:extLst>
          </p:cNvPr>
          <p:cNvSpPr/>
          <p:nvPr userDrawn="1"/>
        </p:nvSpPr>
        <p:spPr>
          <a:xfrm>
            <a:off x="1295400" y="1492377"/>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624600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mparizon x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B9EF4E7-F4EF-FFCD-9B0C-961E519F6DDD}"/>
              </a:ext>
            </a:extLst>
          </p:cNvPr>
          <p:cNvSpPr/>
          <p:nvPr userDrawn="1"/>
        </p:nvSpPr>
        <p:spPr>
          <a:xfrm>
            <a:off x="5791200" y="0"/>
            <a:ext cx="6400800" cy="6858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1298448" y="4014216"/>
            <a:ext cx="4160520" cy="1828800"/>
          </a:xfrm>
        </p:spPr>
        <p:txBody>
          <a:bodyPr anchor="b" anchorCtr="0"/>
          <a:lstStyle/>
          <a:p>
            <a:r>
              <a:rPr lang="en-US"/>
              <a:t>Click to edit Master title style</a:t>
            </a:r>
            <a:endParaRPr lang="en-US" dirty="0"/>
          </a:p>
        </p:txBody>
      </p:sp>
      <p:sp>
        <p:nvSpPr>
          <p:cNvPr id="18" name="Text Placeholder 17">
            <a:extLst>
              <a:ext uri="{FF2B5EF4-FFF2-40B4-BE49-F238E27FC236}">
                <a16:creationId xmlns:a16="http://schemas.microsoft.com/office/drawing/2014/main" id="{CCA7A15A-B484-E46E-FF4D-179F31F1777F}"/>
              </a:ext>
            </a:extLst>
          </p:cNvPr>
          <p:cNvSpPr>
            <a:spLocks noGrp="1"/>
          </p:cNvSpPr>
          <p:nvPr>
            <p:ph type="body" idx="1"/>
          </p:nvPr>
        </p:nvSpPr>
        <p:spPr>
          <a:xfrm>
            <a:off x="7498080" y="621792"/>
            <a:ext cx="4114800" cy="347472"/>
          </a:xfrm>
          <a:custGeom>
            <a:avLst/>
            <a:gdLst>
              <a:gd name="connsiteX0" fmla="*/ 0 w 4495744"/>
              <a:gd name="connsiteY0" fmla="*/ 0 h 4648200"/>
              <a:gd name="connsiteX1" fmla="*/ 4495744 w 4495744"/>
              <a:gd name="connsiteY1" fmla="*/ 0 h 4648200"/>
              <a:gd name="connsiteX2" fmla="*/ 4495744 w 4495744"/>
              <a:gd name="connsiteY2" fmla="*/ 4648200 h 4648200"/>
              <a:gd name="connsiteX3" fmla="*/ 0 w 4495744"/>
              <a:gd name="connsiteY3" fmla="*/ 4648200 h 4648200"/>
            </a:gdLst>
            <a:ahLst/>
            <a:cxnLst>
              <a:cxn ang="0">
                <a:pos x="connsiteX0" y="connsiteY0"/>
              </a:cxn>
              <a:cxn ang="0">
                <a:pos x="connsiteX1" y="connsiteY1"/>
              </a:cxn>
              <a:cxn ang="0">
                <a:pos x="connsiteX2" y="connsiteY2"/>
              </a:cxn>
              <a:cxn ang="0">
                <a:pos x="connsiteX3" y="connsiteY3"/>
              </a:cxn>
            </a:cxnLst>
            <a:rect l="l" t="t" r="r" b="b"/>
            <a:pathLst>
              <a:path w="4495744" h="4648200">
                <a:moveTo>
                  <a:pt x="0" y="0"/>
                </a:moveTo>
                <a:lnTo>
                  <a:pt x="4495744" y="0"/>
                </a:lnTo>
                <a:lnTo>
                  <a:pt x="4495744" y="4648200"/>
                </a:lnTo>
                <a:lnTo>
                  <a:pt x="0" y="4648200"/>
                </a:lnTo>
                <a:close/>
              </a:path>
            </a:pathLst>
          </a:custGeom>
          <a:noFill/>
        </p:spPr>
        <p:txBody>
          <a:bodyPr wrap="square" lIns="0" tIns="0" rIns="0" anchor="b">
            <a:noAutofit/>
          </a:bodyPr>
          <a:lstStyle>
            <a:lvl1pPr marL="0" indent="0">
              <a:lnSpc>
                <a:spcPts val="1720"/>
              </a:lnSpc>
              <a:buNone/>
              <a:defRPr sz="2000" b="0" i="0" cap="all" spc="200" baseline="0">
                <a:latin typeface="+mj-lt"/>
                <a:cs typeface="Posterama" panose="020B0504020200020000"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7498080" y="1069848"/>
            <a:ext cx="3886200" cy="1527048"/>
          </a:xfrm>
        </p:spPr>
        <p:txBody>
          <a:bodyPr/>
          <a:lstStyle>
            <a:lvl1pPr marL="0" indent="0">
              <a:lnSpc>
                <a:spcPct val="100000"/>
              </a:lnSpc>
              <a:buNone/>
              <a:defRPr sz="1400"/>
            </a:lvl1pPr>
            <a:lvl2pPr marL="228600">
              <a:lnSpc>
                <a:spcPct val="100000"/>
              </a:lnSpc>
              <a:defRPr sz="1400"/>
            </a:lvl2pPr>
            <a:lvl3pPr marL="457200">
              <a:lnSpc>
                <a:spcPct val="100000"/>
              </a:lnSpc>
              <a:defRPr sz="1400"/>
            </a:lvl3pPr>
            <a:lvl4pPr marL="685800">
              <a:lnSpc>
                <a:spcPct val="100000"/>
              </a:lnSpc>
              <a:defRPr sz="1400"/>
            </a:lvl4pPr>
            <a:lvl5pPr marL="1143000">
              <a:lnSpc>
                <a:spcPct val="100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0">
            <a:extLst>
              <a:ext uri="{FF2B5EF4-FFF2-40B4-BE49-F238E27FC236}">
                <a16:creationId xmlns:a16="http://schemas.microsoft.com/office/drawing/2014/main" id="{A123542D-139D-45CC-7853-FE3702B4BB1E}"/>
              </a:ext>
            </a:extLst>
          </p:cNvPr>
          <p:cNvSpPr>
            <a:spLocks noGrp="1"/>
          </p:cNvSpPr>
          <p:nvPr>
            <p:ph type="body" sz="quarter" idx="3"/>
          </p:nvPr>
        </p:nvSpPr>
        <p:spPr>
          <a:xfrm>
            <a:off x="7498080" y="3172968"/>
            <a:ext cx="4114800" cy="347472"/>
          </a:xfrm>
          <a:custGeom>
            <a:avLst/>
            <a:gdLst>
              <a:gd name="connsiteX0" fmla="*/ 0 w 4495744"/>
              <a:gd name="connsiteY0" fmla="*/ 0 h 4648200"/>
              <a:gd name="connsiteX1" fmla="*/ 4495744 w 4495744"/>
              <a:gd name="connsiteY1" fmla="*/ 0 h 4648200"/>
              <a:gd name="connsiteX2" fmla="*/ 4495744 w 4495744"/>
              <a:gd name="connsiteY2" fmla="*/ 4648200 h 4648200"/>
              <a:gd name="connsiteX3" fmla="*/ 0 w 4495744"/>
              <a:gd name="connsiteY3" fmla="*/ 4648200 h 4648200"/>
            </a:gdLst>
            <a:ahLst/>
            <a:cxnLst>
              <a:cxn ang="0">
                <a:pos x="connsiteX0" y="connsiteY0"/>
              </a:cxn>
              <a:cxn ang="0">
                <a:pos x="connsiteX1" y="connsiteY1"/>
              </a:cxn>
              <a:cxn ang="0">
                <a:pos x="connsiteX2" y="connsiteY2"/>
              </a:cxn>
              <a:cxn ang="0">
                <a:pos x="connsiteX3" y="connsiteY3"/>
              </a:cxn>
            </a:cxnLst>
            <a:rect l="l" t="t" r="r" b="b"/>
            <a:pathLst>
              <a:path w="4495744" h="4648200">
                <a:moveTo>
                  <a:pt x="0" y="0"/>
                </a:moveTo>
                <a:lnTo>
                  <a:pt x="4495744" y="0"/>
                </a:lnTo>
                <a:lnTo>
                  <a:pt x="4495744" y="4648200"/>
                </a:lnTo>
                <a:lnTo>
                  <a:pt x="0" y="4648200"/>
                </a:lnTo>
                <a:close/>
              </a:path>
            </a:pathLst>
          </a:custGeom>
          <a:noFill/>
        </p:spPr>
        <p:txBody>
          <a:bodyPr wrap="square" lIns="0" tIns="0" rIns="0" anchor="b" anchorCtr="0">
            <a:noAutofit/>
          </a:bodyPr>
          <a:lstStyle>
            <a:lvl1pPr marL="0" indent="0">
              <a:lnSpc>
                <a:spcPts val="1720"/>
              </a:lnSpc>
              <a:buNone/>
              <a:defRPr sz="2000" b="0" i="0" cap="all" spc="200" baseline="0">
                <a:latin typeface="+mj-lt"/>
                <a:cs typeface="Posterama" panose="020B0504020200020000"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7498080" y="3621024"/>
            <a:ext cx="3886200" cy="1179576"/>
          </a:xfrm>
        </p:spPr>
        <p:txBody>
          <a:bodyPr/>
          <a:lstStyle>
            <a:lvl1pPr marL="0" indent="0">
              <a:lnSpc>
                <a:spcPct val="100000"/>
              </a:lnSpc>
              <a:buNone/>
              <a:defRPr sz="1400"/>
            </a:lvl1pPr>
            <a:lvl2pPr marL="228600">
              <a:lnSpc>
                <a:spcPct val="100000"/>
              </a:lnSpc>
              <a:defRPr sz="1400"/>
            </a:lvl2pPr>
            <a:lvl3pPr marL="457200">
              <a:lnSpc>
                <a:spcPct val="100000"/>
              </a:lnSpc>
              <a:defRPr sz="1400"/>
            </a:lvl3pPr>
            <a:lvl4pPr marL="685800">
              <a:lnSpc>
                <a:spcPct val="100000"/>
              </a:lnSpc>
              <a:defRPr sz="1400"/>
            </a:lvl4pPr>
            <a:lvl5pPr marL="1143000">
              <a:lnSpc>
                <a:spcPct val="100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a:extLst>
              <a:ext uri="{FF2B5EF4-FFF2-40B4-BE49-F238E27FC236}">
                <a16:creationId xmlns:a16="http://schemas.microsoft.com/office/drawing/2014/main" id="{0659A9D2-C6ED-A99E-6041-56B568841809}"/>
              </a:ext>
            </a:extLst>
          </p:cNvPr>
          <p:cNvSpPr>
            <a:spLocks noGrp="1"/>
          </p:cNvSpPr>
          <p:nvPr>
            <p:ph type="sldNum" sz="quarter" idx="11"/>
          </p:nvPr>
        </p:nvSpPr>
        <p:spPr/>
        <p:txBody>
          <a:bodyPr/>
          <a:lstStyle/>
          <a:p>
            <a:fld id="{75DF2D63-3FF5-D547-96B9-BE9CCD1ABA58}" type="slidenum">
              <a:rPr lang="en-US" smtClean="0"/>
              <a:t>‹#›</a:t>
            </a:fld>
            <a:endParaRPr lang="en-US" dirty="0"/>
          </a:p>
        </p:txBody>
      </p:sp>
      <p:sp>
        <p:nvSpPr>
          <p:cNvPr id="12" name="Footer Placeholder 11">
            <a:extLst>
              <a:ext uri="{FF2B5EF4-FFF2-40B4-BE49-F238E27FC236}">
                <a16:creationId xmlns:a16="http://schemas.microsoft.com/office/drawing/2014/main" id="{971F094C-919A-3E78-DE58-27C2B997C940}"/>
              </a:ext>
            </a:extLst>
          </p:cNvPr>
          <p:cNvSpPr>
            <a:spLocks noGrp="1"/>
          </p:cNvSpPr>
          <p:nvPr>
            <p:ph type="ftr" sz="quarter" idx="12"/>
          </p:nvPr>
        </p:nvSpPr>
        <p:spPr/>
        <p:txBody>
          <a:bodyPr/>
          <a:lstStyle/>
          <a:p>
            <a:r>
              <a:rPr lang="en-US" dirty="0"/>
              <a:t>presentation title</a:t>
            </a:r>
          </a:p>
        </p:txBody>
      </p:sp>
      <p:sp>
        <p:nvSpPr>
          <p:cNvPr id="5" name="Picture Placeholder 6">
            <a:extLst>
              <a:ext uri="{FF2B5EF4-FFF2-40B4-BE49-F238E27FC236}">
                <a16:creationId xmlns:a16="http://schemas.microsoft.com/office/drawing/2014/main" id="{AD6DBECB-0E53-C186-A485-96A8FC1252C7}"/>
              </a:ext>
            </a:extLst>
          </p:cNvPr>
          <p:cNvSpPr>
            <a:spLocks noGrp="1"/>
          </p:cNvSpPr>
          <p:nvPr>
            <p:ph type="pic" sz="quarter" idx="14"/>
          </p:nvPr>
        </p:nvSpPr>
        <p:spPr>
          <a:xfrm>
            <a:off x="1298448" y="612648"/>
            <a:ext cx="3200400" cy="3200400"/>
          </a:xfrm>
          <a:prstGeom prst="ellipse">
            <a:avLst/>
          </a:prstGeom>
          <a:noFill/>
        </p:spPr>
        <p:txBody>
          <a:bodyPr anchor="ctr"/>
          <a:lstStyle>
            <a:lvl1pPr marL="0" indent="0" algn="ctr">
              <a:buNone/>
              <a:defRPr/>
            </a:lvl1pPr>
          </a:lstStyle>
          <a:p>
            <a:r>
              <a:rPr lang="en-US"/>
              <a:t>Click icon to add picture</a:t>
            </a:r>
            <a:endParaRPr lang="en-US" dirty="0"/>
          </a:p>
        </p:txBody>
      </p:sp>
      <p:sp>
        <p:nvSpPr>
          <p:cNvPr id="7" name="Text Placeholder 20">
            <a:extLst>
              <a:ext uri="{FF2B5EF4-FFF2-40B4-BE49-F238E27FC236}">
                <a16:creationId xmlns:a16="http://schemas.microsoft.com/office/drawing/2014/main" id="{F0B28D44-29B3-3396-973D-82E361161253}"/>
              </a:ext>
            </a:extLst>
          </p:cNvPr>
          <p:cNvSpPr>
            <a:spLocks noGrp="1"/>
          </p:cNvSpPr>
          <p:nvPr>
            <p:ph type="body" sz="quarter" idx="15"/>
          </p:nvPr>
        </p:nvSpPr>
        <p:spPr>
          <a:xfrm>
            <a:off x="7498080" y="5129784"/>
            <a:ext cx="4114800" cy="347472"/>
          </a:xfrm>
          <a:custGeom>
            <a:avLst/>
            <a:gdLst>
              <a:gd name="connsiteX0" fmla="*/ 0 w 4495744"/>
              <a:gd name="connsiteY0" fmla="*/ 0 h 4648200"/>
              <a:gd name="connsiteX1" fmla="*/ 4495744 w 4495744"/>
              <a:gd name="connsiteY1" fmla="*/ 0 h 4648200"/>
              <a:gd name="connsiteX2" fmla="*/ 4495744 w 4495744"/>
              <a:gd name="connsiteY2" fmla="*/ 4648200 h 4648200"/>
              <a:gd name="connsiteX3" fmla="*/ 0 w 4495744"/>
              <a:gd name="connsiteY3" fmla="*/ 4648200 h 4648200"/>
            </a:gdLst>
            <a:ahLst/>
            <a:cxnLst>
              <a:cxn ang="0">
                <a:pos x="connsiteX0" y="connsiteY0"/>
              </a:cxn>
              <a:cxn ang="0">
                <a:pos x="connsiteX1" y="connsiteY1"/>
              </a:cxn>
              <a:cxn ang="0">
                <a:pos x="connsiteX2" y="connsiteY2"/>
              </a:cxn>
              <a:cxn ang="0">
                <a:pos x="connsiteX3" y="connsiteY3"/>
              </a:cxn>
            </a:cxnLst>
            <a:rect l="l" t="t" r="r" b="b"/>
            <a:pathLst>
              <a:path w="4495744" h="4648200">
                <a:moveTo>
                  <a:pt x="0" y="0"/>
                </a:moveTo>
                <a:lnTo>
                  <a:pt x="4495744" y="0"/>
                </a:lnTo>
                <a:lnTo>
                  <a:pt x="4495744" y="4648200"/>
                </a:lnTo>
                <a:lnTo>
                  <a:pt x="0" y="4648200"/>
                </a:lnTo>
                <a:close/>
              </a:path>
            </a:pathLst>
          </a:custGeom>
          <a:noFill/>
        </p:spPr>
        <p:txBody>
          <a:bodyPr wrap="square" lIns="0" tIns="0" rIns="0" anchor="b" anchorCtr="0">
            <a:noAutofit/>
          </a:bodyPr>
          <a:lstStyle>
            <a:lvl1pPr marL="0" indent="0">
              <a:lnSpc>
                <a:spcPts val="1720"/>
              </a:lnSpc>
              <a:buNone/>
              <a:defRPr sz="2000" b="0" i="0" cap="all" spc="200" baseline="0">
                <a:latin typeface="+mj-lt"/>
                <a:cs typeface="Posterama" panose="020B0504020200020000"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5">
            <a:extLst>
              <a:ext uri="{FF2B5EF4-FFF2-40B4-BE49-F238E27FC236}">
                <a16:creationId xmlns:a16="http://schemas.microsoft.com/office/drawing/2014/main" id="{C06156AC-1153-3958-CFE6-6CDCC21C38A9}"/>
              </a:ext>
            </a:extLst>
          </p:cNvPr>
          <p:cNvSpPr>
            <a:spLocks noGrp="1"/>
          </p:cNvSpPr>
          <p:nvPr>
            <p:ph sz="quarter" idx="16"/>
          </p:nvPr>
        </p:nvSpPr>
        <p:spPr>
          <a:xfrm>
            <a:off x="7498080" y="5568696"/>
            <a:ext cx="3886200" cy="905256"/>
          </a:xfrm>
        </p:spPr>
        <p:txBody>
          <a:bodyPr/>
          <a:lstStyle>
            <a:lvl1pPr marL="0" indent="0">
              <a:lnSpc>
                <a:spcPct val="100000"/>
              </a:lnSpc>
              <a:buNone/>
              <a:defRPr sz="1400"/>
            </a:lvl1pPr>
            <a:lvl2pPr marL="228600">
              <a:lnSpc>
                <a:spcPct val="100000"/>
              </a:lnSpc>
              <a:defRPr sz="1400"/>
            </a:lvl2pPr>
            <a:lvl3pPr marL="457200">
              <a:lnSpc>
                <a:spcPct val="100000"/>
              </a:lnSpc>
              <a:defRPr sz="1400"/>
            </a:lvl3pPr>
            <a:lvl4pPr marL="685800">
              <a:lnSpc>
                <a:spcPct val="100000"/>
              </a:lnSpc>
              <a:defRPr sz="1400"/>
            </a:lvl4pPr>
            <a:lvl5pPr marL="1143000">
              <a:lnSpc>
                <a:spcPct val="100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A4CE90CA-176B-1E45-FECF-0290B1DCF55C}"/>
              </a:ext>
            </a:extLst>
          </p:cNvPr>
          <p:cNvSpPr>
            <a:spLocks noGrp="1"/>
          </p:cNvSpPr>
          <p:nvPr>
            <p:ph type="pic" sz="quarter" idx="17"/>
          </p:nvPr>
        </p:nvSpPr>
        <p:spPr>
          <a:xfrm>
            <a:off x="6245352" y="704088"/>
            <a:ext cx="914400" cy="914400"/>
          </a:xfrm>
        </p:spPr>
        <p:txBody>
          <a:bodyPr anchor="ctr"/>
          <a:lstStyle>
            <a:lvl1pPr marL="0" indent="0" algn="ctr">
              <a:buNone/>
              <a:defRPr sz="900"/>
            </a:lvl1pPr>
          </a:lstStyle>
          <a:p>
            <a:r>
              <a:rPr lang="en-US"/>
              <a:t>Click icon to add picture</a:t>
            </a:r>
            <a:endParaRPr lang="en-US" dirty="0"/>
          </a:p>
        </p:txBody>
      </p:sp>
      <p:sp>
        <p:nvSpPr>
          <p:cNvPr id="13" name="Picture Placeholder 10">
            <a:extLst>
              <a:ext uri="{FF2B5EF4-FFF2-40B4-BE49-F238E27FC236}">
                <a16:creationId xmlns:a16="http://schemas.microsoft.com/office/drawing/2014/main" id="{365BC287-99EE-D6FA-48B9-1E6FFE9357EA}"/>
              </a:ext>
            </a:extLst>
          </p:cNvPr>
          <p:cNvSpPr>
            <a:spLocks noGrp="1"/>
          </p:cNvSpPr>
          <p:nvPr>
            <p:ph type="pic" sz="quarter" idx="18"/>
          </p:nvPr>
        </p:nvSpPr>
        <p:spPr>
          <a:xfrm>
            <a:off x="6245352" y="3273552"/>
            <a:ext cx="914400" cy="914400"/>
          </a:xfrm>
        </p:spPr>
        <p:txBody>
          <a:bodyPr anchor="ctr"/>
          <a:lstStyle>
            <a:lvl1pPr marL="0" indent="0" algn="ctr">
              <a:buNone/>
              <a:defRPr sz="900"/>
            </a:lvl1pPr>
          </a:lstStyle>
          <a:p>
            <a:r>
              <a:rPr lang="en-US"/>
              <a:t>Click icon to add picture</a:t>
            </a:r>
            <a:endParaRPr lang="en-US" dirty="0"/>
          </a:p>
        </p:txBody>
      </p:sp>
      <p:sp>
        <p:nvSpPr>
          <p:cNvPr id="14" name="Picture Placeholder 10">
            <a:extLst>
              <a:ext uri="{FF2B5EF4-FFF2-40B4-BE49-F238E27FC236}">
                <a16:creationId xmlns:a16="http://schemas.microsoft.com/office/drawing/2014/main" id="{ECE7A377-A1E6-77DF-79F9-F251BD757741}"/>
              </a:ext>
            </a:extLst>
          </p:cNvPr>
          <p:cNvSpPr>
            <a:spLocks noGrp="1"/>
          </p:cNvSpPr>
          <p:nvPr>
            <p:ph type="pic" sz="quarter" idx="19"/>
          </p:nvPr>
        </p:nvSpPr>
        <p:spPr>
          <a:xfrm>
            <a:off x="6245352" y="5166360"/>
            <a:ext cx="914400" cy="914400"/>
          </a:xfrm>
        </p:spPr>
        <p:txBody>
          <a:bodyPr anchor="ctr"/>
          <a:lstStyle>
            <a:lvl1pPr marL="0" indent="0" algn="ctr">
              <a:buNone/>
              <a:defRPr sz="900"/>
            </a:lvl1pPr>
          </a:lstStyle>
          <a:p>
            <a:r>
              <a:rPr lang="en-US"/>
              <a:t>Click icon to add picture</a:t>
            </a:r>
            <a:endParaRPr lang="en-US" dirty="0"/>
          </a:p>
        </p:txBody>
      </p:sp>
      <p:cxnSp>
        <p:nvCxnSpPr>
          <p:cNvPr id="15" name="Straight Connector 14">
            <a:extLst>
              <a:ext uri="{FF2B5EF4-FFF2-40B4-BE49-F238E27FC236}">
                <a16:creationId xmlns:a16="http://schemas.microsoft.com/office/drawing/2014/main" id="{52D976B1-BEF2-CB69-E97E-A6DAD1F04689}"/>
              </a:ext>
            </a:extLst>
          </p:cNvPr>
          <p:cNvCxnSpPr>
            <a:cxnSpLocks/>
          </p:cNvCxnSpPr>
          <p:nvPr userDrawn="1"/>
        </p:nvCxnSpPr>
        <p:spPr>
          <a:xfrm>
            <a:off x="1298448" y="6111876"/>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31164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9358819-7D9B-11CB-DBC5-CC8BC5C076D2}"/>
              </a:ext>
            </a:extLst>
          </p:cNvPr>
          <p:cNvSpPr>
            <a:spLocks noGrp="1"/>
          </p:cNvSpPr>
          <p:nvPr>
            <p:ph type="sldNum" sz="quarter" idx="10"/>
          </p:nvPr>
        </p:nvSpPr>
        <p:spPr/>
        <p:txBody>
          <a:bodyPr/>
          <a:lstStyle/>
          <a:p>
            <a:fld id="{75DF2D63-3FF5-D547-96B9-BE9CCD1ABA58}" type="slidenum">
              <a:rPr lang="en-US" smtClean="0"/>
              <a:pPr/>
              <a:t>‹#›</a:t>
            </a:fld>
            <a:endParaRPr lang="en-US" dirty="0"/>
          </a:p>
        </p:txBody>
      </p:sp>
      <p:sp>
        <p:nvSpPr>
          <p:cNvPr id="4" name="Footer Placeholder 3">
            <a:extLst>
              <a:ext uri="{FF2B5EF4-FFF2-40B4-BE49-F238E27FC236}">
                <a16:creationId xmlns:a16="http://schemas.microsoft.com/office/drawing/2014/main" id="{B2EB2EEB-FE70-98B2-9437-0E1E91F929E8}"/>
              </a:ext>
            </a:extLst>
          </p:cNvPr>
          <p:cNvSpPr>
            <a:spLocks noGrp="1"/>
          </p:cNvSpPr>
          <p:nvPr>
            <p:ph type="ftr" sz="quarter" idx="11"/>
          </p:nvPr>
        </p:nvSpPr>
        <p:spPr/>
        <p:txBody>
          <a:bodyPr/>
          <a:lstStyle/>
          <a:p>
            <a:r>
              <a:rPr lang="en-US" dirty="0"/>
              <a:t>presentation title</a:t>
            </a:r>
          </a:p>
        </p:txBody>
      </p:sp>
      <p:cxnSp>
        <p:nvCxnSpPr>
          <p:cNvPr id="5" name="Straight Connector 4">
            <a:extLst>
              <a:ext uri="{FF2B5EF4-FFF2-40B4-BE49-F238E27FC236}">
                <a16:creationId xmlns:a16="http://schemas.microsoft.com/office/drawing/2014/main" id="{DFAA902D-BDC9-E5AF-D40D-7B8DE616EBE0}"/>
              </a:ext>
            </a:extLst>
          </p:cNvPr>
          <p:cNvCxnSpPr>
            <a:cxnSpLocks/>
          </p:cNvCxnSpPr>
          <p:nvPr userDrawn="1"/>
        </p:nvCxnSpPr>
        <p:spPr>
          <a:xfrm>
            <a:off x="5890260" y="1536192"/>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92A4017E-4CAA-8499-38AE-3A3306A7EB26}"/>
              </a:ext>
            </a:extLst>
          </p:cNvPr>
          <p:cNvSpPr>
            <a:spLocks noGrp="1"/>
          </p:cNvSpPr>
          <p:nvPr>
            <p:ph type="body" sz="quarter" idx="12"/>
          </p:nvPr>
        </p:nvSpPr>
        <p:spPr>
          <a:xfrm>
            <a:off x="2834640" y="2057400"/>
            <a:ext cx="6519672" cy="2971800"/>
          </a:xfrm>
          <a:solidFill>
            <a:schemeClr val="accent4"/>
          </a:solidFill>
        </p:spPr>
        <p:txBody>
          <a:bodyPr lIns="576072" tIns="228600" rIns="576072" bIns="228600" anchor="ctr"/>
          <a:lstStyle>
            <a:lvl1pPr marL="0" indent="0" algn="ctr">
              <a:lnSpc>
                <a:spcPts val="2460"/>
              </a:lnSpc>
              <a:buNone/>
              <a:defRPr sz="2000"/>
            </a:lvl1pPr>
          </a:lstStyle>
          <a:p>
            <a:pPr lvl="0"/>
            <a:r>
              <a:rPr lang="en-US"/>
              <a:t>Click to edit Master text styles</a:t>
            </a:r>
          </a:p>
        </p:txBody>
      </p:sp>
      <p:sp>
        <p:nvSpPr>
          <p:cNvPr id="11" name="Picture Placeholder 10">
            <a:extLst>
              <a:ext uri="{FF2B5EF4-FFF2-40B4-BE49-F238E27FC236}">
                <a16:creationId xmlns:a16="http://schemas.microsoft.com/office/drawing/2014/main" id="{E9103CB5-F9EF-D6DA-A5D4-DCCAEBEBE615}"/>
              </a:ext>
            </a:extLst>
          </p:cNvPr>
          <p:cNvSpPr>
            <a:spLocks noGrp="1"/>
          </p:cNvSpPr>
          <p:nvPr>
            <p:ph type="pic" sz="quarter" idx="13"/>
          </p:nvPr>
        </p:nvSpPr>
        <p:spPr>
          <a:xfrm>
            <a:off x="2871216" y="5330952"/>
            <a:ext cx="6519672" cy="1527048"/>
          </a:xfrm>
        </p:spPr>
        <p:txBody>
          <a:bodyPr/>
          <a:lstStyle/>
          <a:p>
            <a:r>
              <a:rPr lang="en-US"/>
              <a:t>Click icon to add picture</a:t>
            </a:r>
            <a:endParaRPr lang="en-US" dirty="0"/>
          </a:p>
        </p:txBody>
      </p:sp>
      <p:sp>
        <p:nvSpPr>
          <p:cNvPr id="2" name="Title 1">
            <a:extLst>
              <a:ext uri="{FF2B5EF4-FFF2-40B4-BE49-F238E27FC236}">
                <a16:creationId xmlns:a16="http://schemas.microsoft.com/office/drawing/2014/main" id="{E217F00C-8F19-CB9F-D5BF-9A5F4C77E256}"/>
              </a:ext>
            </a:extLst>
          </p:cNvPr>
          <p:cNvSpPr>
            <a:spLocks noGrp="1"/>
          </p:cNvSpPr>
          <p:nvPr>
            <p:ph type="title"/>
          </p:nvPr>
        </p:nvSpPr>
        <p:spPr>
          <a:xfrm>
            <a:off x="4116324" y="609600"/>
            <a:ext cx="3959352" cy="530352"/>
          </a:xfrm>
        </p:spPr>
        <p:txBody>
          <a:bodyP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14666269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losin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8C402F40-958A-D2BF-629C-39B659EC95D4}"/>
              </a:ext>
            </a:extLst>
          </p:cNvPr>
          <p:cNvSpPr>
            <a:spLocks noGrp="1"/>
          </p:cNvSpPr>
          <p:nvPr>
            <p:ph type="pic" sz="quarter" idx="12"/>
          </p:nvPr>
        </p:nvSpPr>
        <p:spPr>
          <a:xfrm>
            <a:off x="0" y="1"/>
            <a:ext cx="12191999" cy="6858000"/>
          </a:xfrm>
          <a:custGeom>
            <a:avLst/>
            <a:gdLst>
              <a:gd name="connsiteX0" fmla="*/ 5890261 w 12191999"/>
              <a:gd name="connsiteY0" fmla="*/ 4496651 h 6858000"/>
              <a:gd name="connsiteX1" fmla="*/ 5890261 w 12191999"/>
              <a:gd name="connsiteY1" fmla="*/ 4584953 h 6858000"/>
              <a:gd name="connsiteX2" fmla="*/ 6299835 w 12191999"/>
              <a:gd name="connsiteY2" fmla="*/ 4584953 h 6858000"/>
              <a:gd name="connsiteX3" fmla="*/ 6299835 w 12191999"/>
              <a:gd name="connsiteY3" fmla="*/ 4496651 h 6858000"/>
              <a:gd name="connsiteX4" fmla="*/ 0 w 12191999"/>
              <a:gd name="connsiteY4" fmla="*/ 0 h 6858000"/>
              <a:gd name="connsiteX5" fmla="*/ 12191999 w 12191999"/>
              <a:gd name="connsiteY5" fmla="*/ 0 h 6858000"/>
              <a:gd name="connsiteX6" fmla="*/ 12191999 w 12191999"/>
              <a:gd name="connsiteY6" fmla="*/ 6858000 h 6858000"/>
              <a:gd name="connsiteX7" fmla="*/ 0 w 12191999"/>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6858000">
                <a:moveTo>
                  <a:pt x="5890261" y="4496651"/>
                </a:moveTo>
                <a:lnTo>
                  <a:pt x="5890261" y="4584953"/>
                </a:lnTo>
                <a:lnTo>
                  <a:pt x="6299835" y="4584953"/>
                </a:lnTo>
                <a:lnTo>
                  <a:pt x="6299835" y="4496651"/>
                </a:lnTo>
                <a:close/>
                <a:moveTo>
                  <a:pt x="0" y="0"/>
                </a:moveTo>
                <a:lnTo>
                  <a:pt x="12191999" y="0"/>
                </a:lnTo>
                <a:lnTo>
                  <a:pt x="12191999" y="6858000"/>
                </a:lnTo>
                <a:lnTo>
                  <a:pt x="0" y="6858000"/>
                </a:lnTo>
                <a:close/>
              </a:path>
            </a:pathLst>
          </a:custGeom>
        </p:spPr>
        <p:txBody>
          <a:bodyPr wrap="square">
            <a:noAutofit/>
          </a:bodyPr>
          <a:lstStyle/>
          <a:p>
            <a:r>
              <a:rPr lang="en-US"/>
              <a:t>Click icon to add picture</a:t>
            </a:r>
            <a:endParaRPr lang="en-US" dirty="0"/>
          </a:p>
        </p:txBody>
      </p:sp>
      <p:sp>
        <p:nvSpPr>
          <p:cNvPr id="16" name="Title 15">
            <a:extLst>
              <a:ext uri="{FF2B5EF4-FFF2-40B4-BE49-F238E27FC236}">
                <a16:creationId xmlns:a16="http://schemas.microsoft.com/office/drawing/2014/main" id="{ABAFD431-F46D-3701-6A51-738ADAF3A5E3}"/>
              </a:ext>
            </a:extLst>
          </p:cNvPr>
          <p:cNvSpPr>
            <a:spLocks noGrp="1"/>
          </p:cNvSpPr>
          <p:nvPr>
            <p:ph type="title"/>
          </p:nvPr>
        </p:nvSpPr>
        <p:spPr>
          <a:xfrm>
            <a:off x="1535715" y="1485302"/>
            <a:ext cx="9120570" cy="3887396"/>
          </a:xfrm>
          <a:custGeom>
            <a:avLst/>
            <a:gdLst>
              <a:gd name="connsiteX0" fmla="*/ 4354545 w 9120570"/>
              <a:gd name="connsiteY0" fmla="*/ 3011350 h 3887396"/>
              <a:gd name="connsiteX1" fmla="*/ 4354545 w 9120570"/>
              <a:gd name="connsiteY1" fmla="*/ 3099652 h 3887396"/>
              <a:gd name="connsiteX2" fmla="*/ 4764120 w 9120570"/>
              <a:gd name="connsiteY2" fmla="*/ 3099652 h 3887396"/>
              <a:gd name="connsiteX3" fmla="*/ 4764120 w 9120570"/>
              <a:gd name="connsiteY3" fmla="*/ 3011350 h 3887396"/>
              <a:gd name="connsiteX4" fmla="*/ 0 w 9120570"/>
              <a:gd name="connsiteY4" fmla="*/ 0 h 3887396"/>
              <a:gd name="connsiteX5" fmla="*/ 9120570 w 9120570"/>
              <a:gd name="connsiteY5" fmla="*/ 0 h 3887396"/>
              <a:gd name="connsiteX6" fmla="*/ 9120570 w 9120570"/>
              <a:gd name="connsiteY6" fmla="*/ 3887396 h 3887396"/>
              <a:gd name="connsiteX7" fmla="*/ 0 w 9120570"/>
              <a:gd name="connsiteY7" fmla="*/ 3887396 h 3887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20570" h="3887396">
                <a:moveTo>
                  <a:pt x="4354545" y="3011350"/>
                </a:moveTo>
                <a:lnTo>
                  <a:pt x="4354545" y="3099652"/>
                </a:lnTo>
                <a:lnTo>
                  <a:pt x="4764120" y="3099652"/>
                </a:lnTo>
                <a:lnTo>
                  <a:pt x="4764120" y="3011350"/>
                </a:lnTo>
                <a:close/>
                <a:moveTo>
                  <a:pt x="0" y="0"/>
                </a:moveTo>
                <a:lnTo>
                  <a:pt x="9120570" y="0"/>
                </a:lnTo>
                <a:lnTo>
                  <a:pt x="9120570" y="3887396"/>
                </a:lnTo>
                <a:lnTo>
                  <a:pt x="0" y="3887396"/>
                </a:lnTo>
                <a:close/>
              </a:path>
            </a:pathLst>
          </a:custGeom>
          <a:solidFill>
            <a:schemeClr val="accent1">
              <a:lumMod val="20000"/>
              <a:lumOff val="80000"/>
            </a:schemeClr>
          </a:solidFill>
        </p:spPr>
        <p:txBody>
          <a:bodyPr wrap="square" bIns="1097280" anchor="b">
            <a:noAutofit/>
          </a:bodyPr>
          <a:lstStyle>
            <a:lvl1pPr algn="ctr">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CAFD788D-D699-2BA7-3637-AA3B48C09084}"/>
              </a:ext>
            </a:extLst>
          </p:cNvPr>
          <p:cNvSpPr>
            <a:spLocks noGrp="1"/>
          </p:cNvSpPr>
          <p:nvPr>
            <p:ph type="pic" sz="quarter" idx="13"/>
          </p:nvPr>
        </p:nvSpPr>
        <p:spPr>
          <a:xfrm>
            <a:off x="4953000" y="612648"/>
            <a:ext cx="2286000" cy="2286000"/>
          </a:xfrm>
          <a:prstGeom prst="ellipse">
            <a:avLst/>
          </a:prstGeom>
        </p:spPr>
        <p:txBody>
          <a:bodyPr anchor="ctr"/>
          <a:lstStyle>
            <a:lvl1pPr marL="0" indent="0" algn="ctr">
              <a:buNone/>
              <a:defRPr sz="1050"/>
            </a:lvl1pPr>
          </a:lstStyle>
          <a:p>
            <a:r>
              <a:rPr lang="en-US"/>
              <a:t>Click icon to add picture</a:t>
            </a:r>
            <a:endParaRPr lang="en-US" dirty="0"/>
          </a:p>
        </p:txBody>
      </p:sp>
      <p:sp>
        <p:nvSpPr>
          <p:cNvPr id="13" name="Text Placeholder 12">
            <a:extLst>
              <a:ext uri="{FF2B5EF4-FFF2-40B4-BE49-F238E27FC236}">
                <a16:creationId xmlns:a16="http://schemas.microsoft.com/office/drawing/2014/main" id="{7808A0C0-A02B-D1C7-6DE5-CA25624AD099}"/>
              </a:ext>
            </a:extLst>
          </p:cNvPr>
          <p:cNvSpPr>
            <a:spLocks noGrp="1"/>
          </p:cNvSpPr>
          <p:nvPr>
            <p:ph type="body" sz="quarter" idx="14"/>
          </p:nvPr>
        </p:nvSpPr>
        <p:spPr>
          <a:xfrm>
            <a:off x="1572768" y="5751576"/>
            <a:ext cx="9116568" cy="722376"/>
          </a:xfrm>
        </p:spPr>
        <p:txBody>
          <a:bodyPr anchor="ctr"/>
          <a:lstStyle>
            <a:lvl1pPr marL="0" indent="0" algn="ctr">
              <a:buNone/>
              <a:defRPr sz="2000" cap="all" baseline="0"/>
            </a:lvl1pPr>
          </a:lstStyle>
          <a:p>
            <a:pPr lvl="0"/>
            <a:r>
              <a:rPr lang="en-US"/>
              <a:t>Click to edit Master text styles</a:t>
            </a:r>
          </a:p>
        </p:txBody>
      </p:sp>
      <p:sp>
        <p:nvSpPr>
          <p:cNvPr id="20" name="Rectangle 19">
            <a:extLst>
              <a:ext uri="{FF2B5EF4-FFF2-40B4-BE49-F238E27FC236}">
                <a16:creationId xmlns:a16="http://schemas.microsoft.com/office/drawing/2014/main" id="{469017C4-5BB0-DF6F-781B-FB81A3A5D977}"/>
              </a:ext>
            </a:extLst>
          </p:cNvPr>
          <p:cNvSpPr/>
          <p:nvPr userDrawn="1"/>
        </p:nvSpPr>
        <p:spPr>
          <a:xfrm>
            <a:off x="5890260" y="4496652"/>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191105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5ED18-7A07-47F1-8056-CD86B076AFE2}"/>
              </a:ext>
            </a:extLst>
          </p:cNvPr>
          <p:cNvSpPr>
            <a:spLocks noGrp="1"/>
          </p:cNvSpPr>
          <p:nvPr>
            <p:ph type="title"/>
          </p:nvPr>
        </p:nvSpPr>
        <p:spPr/>
        <p:txBody>
          <a:bodyPr/>
          <a:lstStyle/>
          <a:p>
            <a:r>
              <a:rPr lang="en-US"/>
              <a:t>Click to edit Master title style</a:t>
            </a:r>
            <a:endParaRPr lang="en-US" dirty="0"/>
          </a:p>
        </p:txBody>
      </p:sp>
      <p:sp>
        <p:nvSpPr>
          <p:cNvPr id="5" name="Slide Number Placeholder 4">
            <a:extLst>
              <a:ext uri="{FF2B5EF4-FFF2-40B4-BE49-F238E27FC236}">
                <a16:creationId xmlns:a16="http://schemas.microsoft.com/office/drawing/2014/main" id="{814BC7BE-FECC-8573-D4F0-FA004B4A04F4}"/>
              </a:ext>
            </a:extLst>
          </p:cNvPr>
          <p:cNvSpPr>
            <a:spLocks noGrp="1"/>
          </p:cNvSpPr>
          <p:nvPr>
            <p:ph type="sldNum" sz="quarter" idx="11"/>
          </p:nvPr>
        </p:nvSpPr>
        <p:spPr/>
        <p:txBody>
          <a:bodyPr/>
          <a:lstStyle/>
          <a:p>
            <a:fld id="{75DF2D63-3FF5-D547-96B9-BE9CCD1ABA58}" type="slidenum">
              <a:rPr lang="en-US" smtClean="0"/>
              <a:t>‹#›</a:t>
            </a:fld>
            <a:endParaRPr lang="en-US" dirty="0"/>
          </a:p>
        </p:txBody>
      </p:sp>
      <p:sp>
        <p:nvSpPr>
          <p:cNvPr id="8" name="Footer Placeholder 7">
            <a:extLst>
              <a:ext uri="{FF2B5EF4-FFF2-40B4-BE49-F238E27FC236}">
                <a16:creationId xmlns:a16="http://schemas.microsoft.com/office/drawing/2014/main" id="{A4DB0707-D3A6-4BF0-3225-EC3851AD7387}"/>
              </a:ext>
            </a:extLst>
          </p:cNvPr>
          <p:cNvSpPr>
            <a:spLocks noGrp="1"/>
          </p:cNvSpPr>
          <p:nvPr>
            <p:ph type="ftr" sz="quarter" idx="12"/>
          </p:nvPr>
        </p:nvSpPr>
        <p:spPr/>
        <p:txBody>
          <a:bodyPr/>
          <a:lstStyle/>
          <a:p>
            <a:r>
              <a:rPr lang="en-US" dirty="0"/>
              <a:t>presentation title</a:t>
            </a:r>
          </a:p>
        </p:txBody>
      </p:sp>
    </p:spTree>
    <p:extLst>
      <p:ext uri="{BB962C8B-B14F-4D97-AF65-F5344CB8AC3E}">
        <p14:creationId xmlns:p14="http://schemas.microsoft.com/office/powerpoint/2010/main" val="14769475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81AE946-135C-E4E8-BA60-64AB48B87F80}"/>
              </a:ext>
            </a:extLst>
          </p:cNvPr>
          <p:cNvSpPr>
            <a:spLocks noGrp="1"/>
          </p:cNvSpPr>
          <p:nvPr>
            <p:ph type="sldNum" sz="quarter" idx="11"/>
          </p:nvPr>
        </p:nvSpPr>
        <p:spPr/>
        <p:txBody>
          <a:bodyPr/>
          <a:lstStyle/>
          <a:p>
            <a:fld id="{75DF2D63-3FF5-D547-96B9-BE9CCD1ABA58}" type="slidenum">
              <a:rPr lang="en-US" smtClean="0"/>
              <a:t>‹#›</a:t>
            </a:fld>
            <a:endParaRPr lang="en-US" dirty="0"/>
          </a:p>
        </p:txBody>
      </p:sp>
      <p:sp>
        <p:nvSpPr>
          <p:cNvPr id="7" name="Footer Placeholder 6">
            <a:extLst>
              <a:ext uri="{FF2B5EF4-FFF2-40B4-BE49-F238E27FC236}">
                <a16:creationId xmlns:a16="http://schemas.microsoft.com/office/drawing/2014/main" id="{FFD67329-9F30-BEB7-31E2-FECA7FD59B06}"/>
              </a:ext>
            </a:extLst>
          </p:cNvPr>
          <p:cNvSpPr>
            <a:spLocks noGrp="1"/>
          </p:cNvSpPr>
          <p:nvPr>
            <p:ph type="ftr" sz="quarter" idx="12"/>
          </p:nvPr>
        </p:nvSpPr>
        <p:spPr/>
        <p:txBody>
          <a:bodyPr/>
          <a:lstStyle/>
          <a:p>
            <a:r>
              <a:rPr lang="en-US" dirty="0"/>
              <a:t>presentation title</a:t>
            </a:r>
          </a:p>
        </p:txBody>
      </p:sp>
    </p:spTree>
    <p:extLst>
      <p:ext uri="{BB962C8B-B14F-4D97-AF65-F5344CB8AC3E}">
        <p14:creationId xmlns:p14="http://schemas.microsoft.com/office/powerpoint/2010/main" val="28751072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BD6A3-F987-4FCC-A6EF-2EF0D33C0888}"/>
              </a:ext>
            </a:extLst>
          </p:cNvPr>
          <p:cNvSpPr>
            <a:spLocks noGrp="1"/>
          </p:cNvSpPr>
          <p:nvPr>
            <p:ph type="title"/>
          </p:nvPr>
        </p:nvSpPr>
        <p:spPr>
          <a:xfrm>
            <a:off x="129844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C3F06A0-63CE-4272-B90E-4F20296BFBEB}"/>
              </a:ext>
            </a:extLst>
          </p:cNvPr>
          <p:cNvSpPr>
            <a:spLocks noGrp="1"/>
          </p:cNvSpPr>
          <p:nvPr>
            <p:ph idx="1"/>
          </p:nvPr>
        </p:nvSpPr>
        <p:spPr>
          <a:xfrm>
            <a:off x="5230684" y="987425"/>
            <a:ext cx="612470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467220-06E3-427A-B4D3-9B0030E09DBB}"/>
              </a:ext>
            </a:extLst>
          </p:cNvPr>
          <p:cNvSpPr>
            <a:spLocks noGrp="1"/>
          </p:cNvSpPr>
          <p:nvPr>
            <p:ph type="body" sz="half" idx="2"/>
          </p:nvPr>
        </p:nvSpPr>
        <p:spPr>
          <a:xfrm>
            <a:off x="129844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73183587-0236-046F-3B80-4D4EEA7A8009}"/>
              </a:ext>
            </a:extLst>
          </p:cNvPr>
          <p:cNvSpPr>
            <a:spLocks noGrp="1"/>
          </p:cNvSpPr>
          <p:nvPr>
            <p:ph type="sldNum" sz="quarter" idx="11"/>
          </p:nvPr>
        </p:nvSpPr>
        <p:spPr/>
        <p:txBody>
          <a:bodyPr/>
          <a:lstStyle/>
          <a:p>
            <a:fld id="{75DF2D63-3FF5-D547-96B9-BE9CCD1ABA58}" type="slidenum">
              <a:rPr lang="en-US" smtClean="0"/>
              <a:t>‹#›</a:t>
            </a:fld>
            <a:endParaRPr lang="en-US" dirty="0"/>
          </a:p>
        </p:txBody>
      </p:sp>
      <p:sp>
        <p:nvSpPr>
          <p:cNvPr id="10" name="Footer Placeholder 9">
            <a:extLst>
              <a:ext uri="{FF2B5EF4-FFF2-40B4-BE49-F238E27FC236}">
                <a16:creationId xmlns:a16="http://schemas.microsoft.com/office/drawing/2014/main" id="{60C67779-9FAD-3FE4-5C67-7E5313C03B45}"/>
              </a:ext>
            </a:extLst>
          </p:cNvPr>
          <p:cNvSpPr>
            <a:spLocks noGrp="1"/>
          </p:cNvSpPr>
          <p:nvPr>
            <p:ph type="ftr" sz="quarter" idx="12"/>
          </p:nvPr>
        </p:nvSpPr>
        <p:spPr/>
        <p:txBody>
          <a:bodyPr/>
          <a:lstStyle/>
          <a:p>
            <a:r>
              <a:rPr lang="en-US" dirty="0"/>
              <a:t>presentation title</a:t>
            </a:r>
          </a:p>
        </p:txBody>
      </p:sp>
    </p:spTree>
    <p:extLst>
      <p:ext uri="{BB962C8B-B14F-4D97-AF65-F5344CB8AC3E}">
        <p14:creationId xmlns:p14="http://schemas.microsoft.com/office/powerpoint/2010/main" val="7992005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08F2A-1C19-4116-80DF-E24EDDF283FF}"/>
              </a:ext>
            </a:extLst>
          </p:cNvPr>
          <p:cNvSpPr>
            <a:spLocks noGrp="1"/>
          </p:cNvSpPr>
          <p:nvPr>
            <p:ph type="title"/>
          </p:nvPr>
        </p:nvSpPr>
        <p:spPr>
          <a:xfrm>
            <a:off x="129844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8A489A7-7CA6-4CC9-B634-FCB2E102C6B9}"/>
              </a:ext>
            </a:extLst>
          </p:cNvPr>
          <p:cNvSpPr>
            <a:spLocks noGrp="1"/>
          </p:cNvSpPr>
          <p:nvPr>
            <p:ph type="pic" idx="1"/>
          </p:nvPr>
        </p:nvSpPr>
        <p:spPr>
          <a:xfrm>
            <a:off x="5230684" y="993775"/>
            <a:ext cx="6124703"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DF5F80D-1DB9-4E0A-8F68-924FC1C9C3BA}"/>
              </a:ext>
            </a:extLst>
          </p:cNvPr>
          <p:cNvSpPr>
            <a:spLocks noGrp="1"/>
          </p:cNvSpPr>
          <p:nvPr>
            <p:ph type="body" sz="half" idx="2"/>
          </p:nvPr>
        </p:nvSpPr>
        <p:spPr>
          <a:xfrm>
            <a:off x="129844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3AD70A4E-ED43-B5A1-F8FE-762E21A30A3E}"/>
              </a:ext>
            </a:extLst>
          </p:cNvPr>
          <p:cNvSpPr>
            <a:spLocks noGrp="1"/>
          </p:cNvSpPr>
          <p:nvPr>
            <p:ph type="sldNum" sz="quarter" idx="11"/>
          </p:nvPr>
        </p:nvSpPr>
        <p:spPr/>
        <p:txBody>
          <a:bodyPr/>
          <a:lstStyle/>
          <a:p>
            <a:fld id="{75DF2D63-3FF5-D547-96B9-BE9CCD1ABA58}" type="slidenum">
              <a:rPr lang="en-US" smtClean="0"/>
              <a:t>‹#›</a:t>
            </a:fld>
            <a:endParaRPr lang="en-US" dirty="0"/>
          </a:p>
        </p:txBody>
      </p:sp>
      <p:sp>
        <p:nvSpPr>
          <p:cNvPr id="10" name="Footer Placeholder 9">
            <a:extLst>
              <a:ext uri="{FF2B5EF4-FFF2-40B4-BE49-F238E27FC236}">
                <a16:creationId xmlns:a16="http://schemas.microsoft.com/office/drawing/2014/main" id="{A4125545-56D8-5212-AA45-63F7C1DBF101}"/>
              </a:ext>
            </a:extLst>
          </p:cNvPr>
          <p:cNvSpPr>
            <a:spLocks noGrp="1"/>
          </p:cNvSpPr>
          <p:nvPr>
            <p:ph type="ftr" sz="quarter" idx="12"/>
          </p:nvPr>
        </p:nvSpPr>
        <p:spPr/>
        <p:txBody>
          <a:bodyPr/>
          <a:lstStyle/>
          <a:p>
            <a:r>
              <a:rPr lang="en-US" dirty="0"/>
              <a:t>presentation title</a:t>
            </a:r>
          </a:p>
        </p:txBody>
      </p:sp>
    </p:spTree>
    <p:extLst>
      <p:ext uri="{BB962C8B-B14F-4D97-AF65-F5344CB8AC3E}">
        <p14:creationId xmlns:p14="http://schemas.microsoft.com/office/powerpoint/2010/main" val="435165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1295400" y="609600"/>
            <a:ext cx="9821955" cy="1256118"/>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1295400" y="1855945"/>
            <a:ext cx="9821955"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Slide Number Placeholder 20">
            <a:extLst>
              <a:ext uri="{FF2B5EF4-FFF2-40B4-BE49-F238E27FC236}">
                <a16:creationId xmlns:a16="http://schemas.microsoft.com/office/drawing/2014/main" id="{78A08F60-CEF1-832D-D403-282EA76CBEF2}"/>
              </a:ext>
            </a:extLst>
          </p:cNvPr>
          <p:cNvSpPr>
            <a:spLocks noGrp="1"/>
          </p:cNvSpPr>
          <p:nvPr>
            <p:ph type="sldNum" sz="quarter" idx="4"/>
          </p:nvPr>
        </p:nvSpPr>
        <p:spPr>
          <a:xfrm>
            <a:off x="420624" y="6019801"/>
            <a:ext cx="457200" cy="184150"/>
          </a:xfrm>
          <a:prstGeom prst="rect">
            <a:avLst/>
          </a:prstGeom>
        </p:spPr>
        <p:txBody>
          <a:bodyPr vert="horz" lIns="0" tIns="0" rIns="0" bIns="0" rtlCol="0" anchor="ctr"/>
          <a:lstStyle>
            <a:lvl1pPr algn="ctr">
              <a:defRPr sz="1200" cap="all" spc="200" baseline="0">
                <a:solidFill>
                  <a:schemeClr val="accent1"/>
                </a:solidFill>
                <a:latin typeface="Posterama" panose="020B0504020200020000" pitchFamily="34" charset="0"/>
              </a:defRPr>
            </a:lvl1pPr>
          </a:lstStyle>
          <a:p>
            <a:fld id="{75DF2D63-3FF5-D547-96B9-BE9CCD1ABA58}" type="slidenum">
              <a:rPr lang="en-US" smtClean="0"/>
              <a:pPr/>
              <a:t>‹#›</a:t>
            </a:fld>
            <a:endParaRPr lang="en-US" dirty="0"/>
          </a:p>
        </p:txBody>
      </p:sp>
      <p:sp>
        <p:nvSpPr>
          <p:cNvPr id="25" name="Footer Placeholder 24">
            <a:extLst>
              <a:ext uri="{FF2B5EF4-FFF2-40B4-BE49-F238E27FC236}">
                <a16:creationId xmlns:a16="http://schemas.microsoft.com/office/drawing/2014/main" id="{010F9766-B67A-A34E-2927-9A2D6360F77A}"/>
              </a:ext>
            </a:extLst>
          </p:cNvPr>
          <p:cNvSpPr>
            <a:spLocks noGrp="1"/>
          </p:cNvSpPr>
          <p:nvPr>
            <p:ph type="ftr" sz="quarter" idx="3"/>
          </p:nvPr>
        </p:nvSpPr>
        <p:spPr>
          <a:xfrm rot="16200000">
            <a:off x="-242952" y="1451496"/>
            <a:ext cx="1784352" cy="189457"/>
          </a:xfrm>
          <a:prstGeom prst="rect">
            <a:avLst/>
          </a:prstGeom>
        </p:spPr>
        <p:txBody>
          <a:bodyPr vert="horz" lIns="0" tIns="0" rIns="0" bIns="0" rtlCol="0" anchor="ctr"/>
          <a:lstStyle>
            <a:lvl1pPr algn="l">
              <a:defRPr sz="1200" cap="all" spc="100" baseline="0">
                <a:solidFill>
                  <a:schemeClr val="accent1"/>
                </a:solidFill>
                <a:latin typeface="Posterama" panose="020B0504020200020000" pitchFamily="34" charset="0"/>
              </a:defRPr>
            </a:lvl1pPr>
          </a:lstStyle>
          <a:p>
            <a:r>
              <a:rPr lang="en-US" dirty="0"/>
              <a:t>presentation title</a:t>
            </a:r>
          </a:p>
        </p:txBody>
      </p:sp>
      <p:cxnSp>
        <p:nvCxnSpPr>
          <p:cNvPr id="4" name="Straight Connector 3">
            <a:extLst>
              <a:ext uri="{FF2B5EF4-FFF2-40B4-BE49-F238E27FC236}">
                <a16:creationId xmlns:a16="http://schemas.microsoft.com/office/drawing/2014/main" id="{C0A131BE-DFE5-28BE-2AF8-50ADF9AFDB94}"/>
              </a:ext>
            </a:extLst>
          </p:cNvPr>
          <p:cNvCxnSpPr>
            <a:cxnSpLocks/>
          </p:cNvCxnSpPr>
          <p:nvPr userDrawn="1"/>
        </p:nvCxnSpPr>
        <p:spPr>
          <a:xfrm>
            <a:off x="649224" y="2667000"/>
            <a:ext cx="0" cy="312420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53" r:id="rId12"/>
    <p:sldLayoutId id="2147483671" r:id="rId13"/>
    <p:sldLayoutId id="2147483672" r:id="rId14"/>
    <p:sldLayoutId id="2147483673" r:id="rId15"/>
    <p:sldLayoutId id="2147483654" r:id="rId16"/>
    <p:sldLayoutId id="2147483655" r:id="rId17"/>
    <p:sldLayoutId id="2147483656" r:id="rId18"/>
    <p:sldLayoutId id="2147483657" r:id="rId19"/>
  </p:sldLayoutIdLst>
  <p:hf hdr="0" dt="0"/>
  <p:txStyles>
    <p:titleStyle>
      <a:lvl1pPr algn="l" defTabSz="914400" rtl="0" eaLnBrk="1" latinLnBrk="0" hangingPunct="1">
        <a:lnSpc>
          <a:spcPct val="90000"/>
        </a:lnSpc>
        <a:spcBef>
          <a:spcPct val="0"/>
        </a:spcBef>
        <a:buNone/>
        <a:defRPr sz="4800" kern="1200" cap="all" spc="300" baseline="0">
          <a:solidFill>
            <a:schemeClr val="tx1"/>
          </a:solidFill>
          <a:latin typeface="+mj-lt"/>
          <a:ea typeface="+mj-ea"/>
          <a:cs typeface="Posterama" panose="020B0504020200020000"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baseline="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baseline="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baseline="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396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4.bin"/><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 Id="rId5"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hyperlink" Target="https://www.newstrail.com/wearable-health-sensors-market-smart-monitoring-devices-transforming-personal-healthcare/" TargetMode="External"/><Relationship Id="rId2" Type="http://schemas.openxmlformats.org/officeDocument/2006/relationships/image" Target="../media/image11.jp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E086D4D3-DEDD-01BD-CE47-D736FD170562}"/>
              </a:ext>
            </a:extLst>
          </p:cNvPr>
          <p:cNvPicPr>
            <a:picLocks noChangeAspect="1"/>
          </p:cNvPicPr>
          <p:nvPr/>
        </p:nvPicPr>
        <p:blipFill>
          <a:blip r:embed="rId2"/>
          <a:srcRect t="18879"/>
          <a:stretch>
            <a:fillRect/>
          </a:stretch>
        </p:blipFill>
        <p:spPr>
          <a:xfrm>
            <a:off x="305627" y="279917"/>
            <a:ext cx="5106128" cy="6205315"/>
          </a:xfrm>
          <a:prstGeom prst="rect">
            <a:avLst/>
          </a:prstGeom>
        </p:spPr>
      </p:pic>
      <p:sp>
        <p:nvSpPr>
          <p:cNvPr id="13" name="Rectangle 12">
            <a:extLst>
              <a:ext uri="{FF2B5EF4-FFF2-40B4-BE49-F238E27FC236}">
                <a16:creationId xmlns:a16="http://schemas.microsoft.com/office/drawing/2014/main" id="{666E13A6-95C0-5D58-D80E-2484767A1471}"/>
              </a:ext>
            </a:extLst>
          </p:cNvPr>
          <p:cNvSpPr/>
          <p:nvPr/>
        </p:nvSpPr>
        <p:spPr>
          <a:xfrm>
            <a:off x="5190932" y="2188156"/>
            <a:ext cx="6695441" cy="83270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800" dirty="0">
              <a:solidFill>
                <a:srgbClr val="002060"/>
              </a:solidFill>
              <a:latin typeface="Sitka Subheading Semibold" pitchFamily="2" charset="0"/>
            </a:endParaRPr>
          </a:p>
          <a:p>
            <a:pPr algn="ctr"/>
            <a:r>
              <a:rPr lang="en-IN" sz="2800" dirty="0">
                <a:solidFill>
                  <a:schemeClr val="tx1"/>
                </a:solidFill>
                <a:latin typeface="Sitka Subheading Semibold" pitchFamily="2" charset="0"/>
              </a:rPr>
              <a:t>Wearable Sensor Data Analytics for Health Monitoring</a:t>
            </a:r>
          </a:p>
        </p:txBody>
      </p:sp>
      <p:sp>
        <p:nvSpPr>
          <p:cNvPr id="16" name="Rectangle 15">
            <a:extLst>
              <a:ext uri="{FF2B5EF4-FFF2-40B4-BE49-F238E27FC236}">
                <a16:creationId xmlns:a16="http://schemas.microsoft.com/office/drawing/2014/main" id="{7939CF68-7CD9-C5BC-4F62-B9547AE5F1F8}"/>
              </a:ext>
            </a:extLst>
          </p:cNvPr>
          <p:cNvSpPr/>
          <p:nvPr/>
        </p:nvSpPr>
        <p:spPr>
          <a:xfrm>
            <a:off x="1798228" y="4929095"/>
            <a:ext cx="3995463" cy="1530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IN" sz="2000" dirty="0">
                <a:solidFill>
                  <a:srgbClr val="002060"/>
                </a:solidFill>
                <a:latin typeface="Calibri" panose="020F0502020204030204" pitchFamily="34" charset="0"/>
                <a:ea typeface="Calibri" panose="020F0502020204030204" pitchFamily="34" charset="0"/>
                <a:cs typeface="Calibri" panose="020F0502020204030204" pitchFamily="34" charset="0"/>
              </a:rPr>
              <a:t>Project By:</a:t>
            </a:r>
          </a:p>
          <a:p>
            <a:r>
              <a:rPr lang="en-IN" sz="2000" dirty="0">
                <a:solidFill>
                  <a:schemeClr val="tx1"/>
                </a:solidFill>
                <a:latin typeface="Calibri" panose="020F0502020204030204" pitchFamily="34" charset="0"/>
                <a:ea typeface="Calibri" panose="020F0502020204030204" pitchFamily="34" charset="0"/>
                <a:cs typeface="Calibri" panose="020F0502020204030204" pitchFamily="34" charset="0"/>
              </a:rPr>
              <a:t>Rajeev Nayan (434124010042)</a:t>
            </a:r>
          </a:p>
          <a:p>
            <a:r>
              <a:rPr lang="en-IN" sz="2000" dirty="0">
                <a:solidFill>
                  <a:schemeClr val="tx1"/>
                </a:solidFill>
                <a:latin typeface="Calibri" panose="020F0502020204030204" pitchFamily="34" charset="0"/>
                <a:ea typeface="Calibri" panose="020F0502020204030204" pitchFamily="34" charset="0"/>
                <a:cs typeface="Calibri" panose="020F0502020204030204" pitchFamily="34" charset="0"/>
              </a:rPr>
              <a:t>Indrajeet Mondal (434124010047)</a:t>
            </a:r>
          </a:p>
          <a:p>
            <a:r>
              <a:rPr lang="en-IN" sz="2000" dirty="0">
                <a:solidFill>
                  <a:schemeClr val="tx1"/>
                </a:solidFill>
                <a:latin typeface="Calibri" panose="020F0502020204030204" pitchFamily="34" charset="0"/>
                <a:ea typeface="Calibri" panose="020F0502020204030204" pitchFamily="34" charset="0"/>
                <a:cs typeface="Calibri" panose="020F0502020204030204" pitchFamily="34" charset="0"/>
              </a:rPr>
              <a:t>Susmita Bera (434124020050)</a:t>
            </a:r>
          </a:p>
        </p:txBody>
      </p:sp>
      <p:sp>
        <p:nvSpPr>
          <p:cNvPr id="17" name="Rectangle 16">
            <a:extLst>
              <a:ext uri="{FF2B5EF4-FFF2-40B4-BE49-F238E27FC236}">
                <a16:creationId xmlns:a16="http://schemas.microsoft.com/office/drawing/2014/main" id="{D69CE10B-2A46-CC03-E21F-1E1246DBFF0E}"/>
              </a:ext>
            </a:extLst>
          </p:cNvPr>
          <p:cNvSpPr/>
          <p:nvPr/>
        </p:nvSpPr>
        <p:spPr>
          <a:xfrm>
            <a:off x="8313577" y="4627984"/>
            <a:ext cx="3564295" cy="180968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IN" sz="2000" dirty="0">
                <a:solidFill>
                  <a:srgbClr val="002060"/>
                </a:solidFill>
                <a:latin typeface="Calibri" panose="020F0502020204030204" pitchFamily="34" charset="0"/>
                <a:ea typeface="Calibri" panose="020F0502020204030204" pitchFamily="34" charset="0"/>
                <a:cs typeface="Calibri" panose="020F0502020204030204" pitchFamily="34" charset="0"/>
              </a:rPr>
              <a:t>Under the guidance of:</a:t>
            </a:r>
          </a:p>
          <a:p>
            <a:pPr>
              <a:lnSpc>
                <a:spcPct val="150000"/>
              </a:lnSpc>
            </a:pPr>
            <a:r>
              <a:rPr lang="en-IN" sz="2000" dirty="0">
                <a:solidFill>
                  <a:schemeClr val="tx1"/>
                </a:solidFill>
                <a:latin typeface="Calibri" panose="020F0502020204030204" pitchFamily="34" charset="0"/>
                <a:ea typeface="Calibri" panose="020F0502020204030204" pitchFamily="34" charset="0"/>
                <a:cs typeface="Calibri" panose="020F0502020204030204" pitchFamily="34" charset="0"/>
              </a:rPr>
              <a:t>Prof. Suseta Datta</a:t>
            </a:r>
          </a:p>
          <a:p>
            <a:r>
              <a:rPr lang="en-IN">
                <a:solidFill>
                  <a:schemeClr val="tx1"/>
                </a:solidFill>
                <a:latin typeface="Calibri" panose="020F0502020204030204" pitchFamily="34" charset="0"/>
                <a:ea typeface="Calibri" panose="020F0502020204030204" pitchFamily="34" charset="0"/>
                <a:cs typeface="Calibri" panose="020F0502020204030204" pitchFamily="34" charset="0"/>
              </a:rPr>
              <a:t>Assistant Professor</a:t>
            </a:r>
            <a:r>
              <a:rPr lang="en-IN"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IN" dirty="0" err="1">
                <a:solidFill>
                  <a:schemeClr val="tx1"/>
                </a:solidFill>
                <a:latin typeface="Calibri" panose="020F0502020204030204" pitchFamily="34" charset="0"/>
                <a:ea typeface="Calibri" panose="020F0502020204030204" pitchFamily="34" charset="0"/>
                <a:cs typeface="Calibri" panose="020F0502020204030204" pitchFamily="34" charset="0"/>
              </a:rPr>
              <a:t>NiT</a:t>
            </a:r>
            <a:endParaRPr lang="en-IN"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55215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EB422-1287-FCEB-63CE-599FDC8468D8}"/>
              </a:ext>
            </a:extLst>
          </p:cNvPr>
          <p:cNvSpPr>
            <a:spLocks noGrp="1"/>
          </p:cNvSpPr>
          <p:nvPr>
            <p:ph type="title"/>
          </p:nvPr>
        </p:nvSpPr>
        <p:spPr/>
        <p:txBody>
          <a:bodyPr/>
          <a:lstStyle/>
          <a:p>
            <a:r>
              <a:rPr lang="en-US" dirty="0"/>
              <a:t>Content</a:t>
            </a:r>
          </a:p>
        </p:txBody>
      </p:sp>
      <p:sp>
        <p:nvSpPr>
          <p:cNvPr id="4" name="Slide Number Placeholder 3">
            <a:extLst>
              <a:ext uri="{FF2B5EF4-FFF2-40B4-BE49-F238E27FC236}">
                <a16:creationId xmlns:a16="http://schemas.microsoft.com/office/drawing/2014/main" id="{43D6DE2E-F5E3-8CAF-A5C3-E67C03F538DF}"/>
              </a:ext>
            </a:extLst>
          </p:cNvPr>
          <p:cNvSpPr>
            <a:spLocks noGrp="1"/>
          </p:cNvSpPr>
          <p:nvPr>
            <p:ph type="sldNum" sz="quarter" idx="11"/>
          </p:nvPr>
        </p:nvSpPr>
        <p:spPr/>
        <p:txBody>
          <a:bodyPr/>
          <a:lstStyle/>
          <a:p>
            <a:fld id="{75DF2D63-3FF5-D547-96B9-BE9CCD1ABA58}" type="slidenum">
              <a:rPr lang="en-US" smtClean="0"/>
              <a:pPr/>
              <a:t>2</a:t>
            </a:fld>
            <a:endParaRPr lang="en-US" dirty="0"/>
          </a:p>
        </p:txBody>
      </p:sp>
      <p:sp>
        <p:nvSpPr>
          <p:cNvPr id="17" name="TextBox 16">
            <a:extLst>
              <a:ext uri="{FF2B5EF4-FFF2-40B4-BE49-F238E27FC236}">
                <a16:creationId xmlns:a16="http://schemas.microsoft.com/office/drawing/2014/main" id="{604AE2FC-A1B6-7907-E229-958965095BB8}"/>
              </a:ext>
            </a:extLst>
          </p:cNvPr>
          <p:cNvSpPr txBox="1"/>
          <p:nvPr/>
        </p:nvSpPr>
        <p:spPr>
          <a:xfrm>
            <a:off x="1141491" y="2448047"/>
            <a:ext cx="10237238" cy="3361946"/>
          </a:xfrm>
          <a:prstGeom prst="rect">
            <a:avLst/>
          </a:prstGeom>
          <a:noFill/>
        </p:spPr>
        <p:txBody>
          <a:bodyPr wrap="square" numCol="2">
            <a:spAutoFit/>
          </a:bodyPr>
          <a:lstStyle/>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Ø"/>
              <a:tabLst/>
              <a:defRPr/>
            </a:pPr>
            <a:r>
              <a:rPr lang="en-US" dirty="0">
                <a:solidFill>
                  <a:prstClr val="black"/>
                </a:solidFill>
                <a:latin typeface="Calibri"/>
              </a:rPr>
              <a:t>Abstract Performance</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Ø"/>
              <a:tabLst/>
              <a:defRPr/>
            </a:pPr>
            <a:r>
              <a:rPr kumimoji="0" lang="en-US" b="0" i="0" u="none" strike="noStrike" kern="1200" cap="none" spc="0" normalizeH="0" baseline="0" noProof="0" dirty="0">
                <a:ln>
                  <a:noFill/>
                </a:ln>
                <a:solidFill>
                  <a:prstClr val="black"/>
                </a:solidFill>
                <a:effectLst/>
                <a:uLnTx/>
                <a:uFillTx/>
                <a:latin typeface="Calibri"/>
                <a:ea typeface="+mn-ea"/>
                <a:cs typeface="+mn-cs"/>
              </a:rPr>
              <a:t>Introduction</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Ø"/>
              <a:tabLst/>
              <a:defRPr/>
            </a:pPr>
            <a:r>
              <a:rPr lang="en-US" dirty="0">
                <a:solidFill>
                  <a:prstClr val="black"/>
                </a:solidFill>
                <a:latin typeface="Calibri"/>
              </a:rPr>
              <a:t>Literature Survey</a:t>
            </a:r>
            <a:endParaRPr kumimoji="0" lang="en-US" b="0" i="0" u="none" strike="noStrike" kern="1200" cap="none" spc="0" normalizeH="0" baseline="0" noProof="0" dirty="0">
              <a:ln>
                <a:noFill/>
              </a:ln>
              <a:solidFill>
                <a:prstClr val="black"/>
              </a:solidFill>
              <a:effectLst/>
              <a:uLnTx/>
              <a:uFillTx/>
              <a:latin typeface="Calibri"/>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Ø"/>
              <a:tabLst/>
              <a:defRPr/>
            </a:pPr>
            <a:r>
              <a:rPr kumimoji="0" lang="en-US" b="0" i="0" u="none" strike="noStrike" kern="1200" cap="none" spc="0" normalizeH="0" baseline="0" noProof="0" dirty="0">
                <a:ln>
                  <a:noFill/>
                </a:ln>
                <a:solidFill>
                  <a:prstClr val="black"/>
                </a:solidFill>
                <a:effectLst/>
                <a:uLnTx/>
                <a:uFillTx/>
                <a:latin typeface="Calibri"/>
                <a:ea typeface="+mn-ea"/>
                <a:cs typeface="+mn-cs"/>
              </a:rPr>
              <a:t>Problem </a:t>
            </a:r>
            <a:r>
              <a:rPr lang="en-US" dirty="0">
                <a:solidFill>
                  <a:prstClr val="black"/>
                </a:solidFill>
                <a:latin typeface="Calibri"/>
              </a:rPr>
              <a:t>Definition</a:t>
            </a:r>
            <a:r>
              <a:rPr kumimoji="0" lang="en-US" b="0" i="0" u="none" strike="noStrike" kern="1200" cap="none" spc="0" normalizeH="0" baseline="0" noProof="0" dirty="0">
                <a:ln>
                  <a:noFill/>
                </a:ln>
                <a:solidFill>
                  <a:prstClr val="black"/>
                </a:solidFill>
                <a:effectLst/>
                <a:uLnTx/>
                <a:uFillTx/>
                <a:latin typeface="Calibri"/>
                <a:ea typeface="+mn-ea"/>
                <a:cs typeface="+mn-cs"/>
              </a:rPr>
              <a:t> &amp; Objective Statement</a:t>
            </a:r>
          </a:p>
          <a:p>
            <a:pPr marL="228600" indent="-228600">
              <a:lnSpc>
                <a:spcPct val="90000"/>
              </a:lnSpc>
              <a:spcBef>
                <a:spcPts val="1000"/>
              </a:spcBef>
              <a:buFont typeface="Wingdings" panose="05000000000000000000" pitchFamily="2" charset="2"/>
              <a:buChar char="Ø"/>
              <a:defRPr/>
            </a:pPr>
            <a:r>
              <a:rPr lang="en-US" dirty="0">
                <a:solidFill>
                  <a:prstClr val="black"/>
                </a:solidFill>
                <a:latin typeface="Calibri"/>
              </a:rPr>
              <a:t>System Architecture &amp; Workflow</a:t>
            </a:r>
            <a:endParaRPr kumimoji="0" lang="en-US" b="0" i="0" u="none" strike="noStrike" kern="1200" cap="none" spc="0" normalizeH="0" baseline="0" noProof="0" dirty="0">
              <a:ln>
                <a:noFill/>
              </a:ln>
              <a:solidFill>
                <a:prstClr val="black"/>
              </a:solidFill>
              <a:effectLst/>
              <a:uLnTx/>
              <a:uFillTx/>
              <a:latin typeface="Calibri"/>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Ø"/>
              <a:tabLst/>
              <a:defRPr/>
            </a:pPr>
            <a:r>
              <a:rPr lang="en-US" dirty="0">
                <a:solidFill>
                  <a:prstClr val="black"/>
                </a:solidFill>
                <a:latin typeface="Calibri"/>
              </a:rPr>
              <a:t>Proposed Methodology Future Work</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Ø"/>
              <a:tabLst/>
              <a:defRPr/>
            </a:pPr>
            <a:r>
              <a:rPr kumimoji="0" lang="en-US" b="0" i="0" u="none" strike="noStrike" kern="1200" cap="none" spc="0" normalizeH="0" baseline="0" noProof="0" dirty="0">
                <a:ln>
                  <a:noFill/>
                </a:ln>
                <a:solidFill>
                  <a:prstClr val="black"/>
                </a:solidFill>
                <a:effectLst/>
                <a:uLnTx/>
                <a:uFillTx/>
                <a:latin typeface="Calibri"/>
                <a:ea typeface="+mn-ea"/>
                <a:cs typeface="+mn-cs"/>
              </a:rPr>
              <a:t>Data &amp; Preprocessing</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Ø"/>
              <a:tabLst/>
              <a:defRPr/>
            </a:pPr>
            <a:r>
              <a:rPr lang="en-US" dirty="0">
                <a:solidFill>
                  <a:prstClr val="black"/>
                </a:solidFill>
                <a:latin typeface="Calibri"/>
              </a:rPr>
              <a:t>ML Model Architecture</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Ø"/>
              <a:tabLst/>
              <a:defRPr/>
            </a:pPr>
            <a:r>
              <a:rPr lang="en-US" dirty="0">
                <a:solidFill>
                  <a:prstClr val="black"/>
                </a:solidFill>
                <a:latin typeface="Calibri"/>
              </a:rPr>
              <a:t>Results – Model</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Ø"/>
              <a:tabLst/>
              <a:defRPr/>
            </a:pPr>
            <a:r>
              <a:rPr lang="en-US" dirty="0">
                <a:solidFill>
                  <a:prstClr val="black"/>
                </a:solidFill>
                <a:latin typeface="Calibri"/>
              </a:rPr>
              <a:t>Feature Importance</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Ø"/>
              <a:tabLst/>
              <a:defRPr/>
            </a:pPr>
            <a:r>
              <a:rPr lang="en-US" dirty="0">
                <a:solidFill>
                  <a:prstClr val="black"/>
                </a:solidFill>
                <a:latin typeface="Calibri"/>
              </a:rPr>
              <a:t>Discussion</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Ø"/>
              <a:tabLst/>
              <a:defRPr/>
            </a:pPr>
            <a:r>
              <a:rPr lang="en-US" dirty="0">
                <a:solidFill>
                  <a:prstClr val="black"/>
                </a:solidFill>
                <a:latin typeface="Calibri"/>
              </a:rPr>
              <a:t>Comparative</a:t>
            </a:r>
            <a:endParaRPr kumimoji="0" lang="en-US" b="0" i="0" u="none" strike="noStrike" kern="1200" cap="none" spc="0" normalizeH="0" baseline="0" noProof="0" dirty="0">
              <a:ln>
                <a:noFill/>
              </a:ln>
              <a:solidFill>
                <a:prstClr val="black"/>
              </a:solidFill>
              <a:effectLst/>
              <a:uLnTx/>
              <a:uFillTx/>
              <a:latin typeface="Calibri"/>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Ø"/>
              <a:tabLst/>
              <a:defRPr/>
            </a:pPr>
            <a:r>
              <a:rPr lang="en-US" dirty="0">
                <a:solidFill>
                  <a:prstClr val="black"/>
                </a:solidFill>
                <a:latin typeface="Calibri"/>
              </a:rPr>
              <a:t>Current Progress</a:t>
            </a:r>
            <a:endParaRPr kumimoji="0" lang="en-US" b="0" i="0" u="none" strike="noStrike" kern="1200" cap="none" spc="0" normalizeH="0" baseline="0" noProof="0" dirty="0">
              <a:ln>
                <a:noFill/>
              </a:ln>
              <a:solidFill>
                <a:prstClr val="black"/>
              </a:solidFill>
              <a:effectLst/>
              <a:uLnTx/>
              <a:uFillTx/>
              <a:latin typeface="Calibri"/>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Ø"/>
              <a:tabLst/>
              <a:defRPr/>
            </a:pPr>
            <a:r>
              <a:rPr kumimoji="0" lang="en-US" b="0" i="0" u="none" strike="noStrike" kern="1200" cap="none" spc="0" normalizeH="0" baseline="0" noProof="0" dirty="0">
                <a:ln>
                  <a:noFill/>
                </a:ln>
                <a:solidFill>
                  <a:prstClr val="black"/>
                </a:solidFill>
                <a:effectLst/>
                <a:uLnTx/>
                <a:uFillTx/>
                <a:latin typeface="Calibri"/>
                <a:ea typeface="+mn-ea"/>
                <a:cs typeface="+mn-cs"/>
              </a:rPr>
              <a:t>Future Scope &amp; Conclusion</a:t>
            </a:r>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108664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D3801-97B2-8002-7C70-9ACDBCBD1C8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8344AC6-ED9E-EFEC-ABF3-0694895404FF}"/>
              </a:ext>
            </a:extLst>
          </p:cNvPr>
          <p:cNvSpPr>
            <a:spLocks noGrp="1"/>
          </p:cNvSpPr>
          <p:nvPr>
            <p:ph type="sldNum" sz="quarter" idx="11"/>
          </p:nvPr>
        </p:nvSpPr>
        <p:spPr/>
        <p:txBody>
          <a:bodyPr/>
          <a:lstStyle/>
          <a:p>
            <a:fld id="{75DF2D63-3FF5-D547-96B9-BE9CCD1ABA58}" type="slidenum">
              <a:rPr lang="en-US" smtClean="0"/>
              <a:pPr/>
              <a:t>3</a:t>
            </a:fld>
            <a:endParaRPr lang="en-US" dirty="0"/>
          </a:p>
        </p:txBody>
      </p:sp>
      <p:sp>
        <p:nvSpPr>
          <p:cNvPr id="17" name="TextBox 16">
            <a:extLst>
              <a:ext uri="{FF2B5EF4-FFF2-40B4-BE49-F238E27FC236}">
                <a16:creationId xmlns:a16="http://schemas.microsoft.com/office/drawing/2014/main" id="{BAF4766D-AB06-7AED-6820-A9FC43FC290C}"/>
              </a:ext>
            </a:extLst>
          </p:cNvPr>
          <p:cNvSpPr txBox="1"/>
          <p:nvPr/>
        </p:nvSpPr>
        <p:spPr>
          <a:xfrm>
            <a:off x="649224" y="859614"/>
            <a:ext cx="5084437" cy="594137"/>
          </a:xfrm>
          <a:prstGeom prst="rect">
            <a:avLst/>
          </a:prstGeom>
          <a:noFill/>
        </p:spPr>
        <p:txBody>
          <a:bodyPr wrap="square">
            <a:spAutoFit/>
          </a:bodyPr>
          <a:lstStyle/>
          <a:p>
            <a:pPr marR="0" lvl="0" algn="l" defTabSz="914400" rtl="0" eaLnBrk="1" fontAlgn="auto" latinLnBrk="0" hangingPunct="1">
              <a:lnSpc>
                <a:spcPct val="90000"/>
              </a:lnSpc>
              <a:spcBef>
                <a:spcPts val="1000"/>
              </a:spcBef>
              <a:spcAft>
                <a:spcPts val="0"/>
              </a:spcAft>
              <a:buClrTx/>
              <a:buSzTx/>
              <a:tabLst/>
              <a:defRPr/>
            </a:pPr>
            <a:r>
              <a:rPr kumimoji="0" lang="en-US" sz="3600" i="0" u="none" strike="noStrike" kern="1200" cap="none" spc="0" normalizeH="0" baseline="0" noProof="0" dirty="0">
                <a:ln>
                  <a:noFill/>
                </a:ln>
                <a:solidFill>
                  <a:prstClr val="black"/>
                </a:solidFill>
                <a:effectLst/>
                <a:uLnTx/>
                <a:uFillTx/>
                <a:latin typeface="Aptos" panose="020B0004020202020204" pitchFamily="34" charset="0"/>
                <a:ea typeface="Open Sans Semibold" panose="020B0706030804020204" pitchFamily="34" charset="0"/>
                <a:cs typeface="Open Sans Semibold" panose="020B0706030804020204" pitchFamily="34" charset="0"/>
              </a:rPr>
              <a:t>ABSTRACT</a:t>
            </a:r>
          </a:p>
        </p:txBody>
      </p:sp>
      <p:sp>
        <p:nvSpPr>
          <p:cNvPr id="5" name="TextBox 4">
            <a:extLst>
              <a:ext uri="{FF2B5EF4-FFF2-40B4-BE49-F238E27FC236}">
                <a16:creationId xmlns:a16="http://schemas.microsoft.com/office/drawing/2014/main" id="{5E35EA2F-32A6-7ACA-9383-0945B014B7B8}"/>
              </a:ext>
            </a:extLst>
          </p:cNvPr>
          <p:cNvSpPr txBox="1"/>
          <p:nvPr/>
        </p:nvSpPr>
        <p:spPr>
          <a:xfrm>
            <a:off x="1269710" y="1843950"/>
            <a:ext cx="9323613" cy="3785652"/>
          </a:xfrm>
          <a:prstGeom prst="rect">
            <a:avLst/>
          </a:prstGeom>
          <a:noFill/>
        </p:spPr>
        <p:txBody>
          <a:bodyPr wrap="square">
            <a:spAutoFit/>
          </a:bodyPr>
          <a:lstStyle/>
          <a:p>
            <a:pPr marL="342900" indent="-342900">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Emotion recognition using wearable sensors is important for health and mental state monitoring.</a:t>
            </a:r>
            <a:endParaRPr lang="en-US" altLang="en-GB" sz="2400"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The project analyzes multi-modal physiological data from wearable devices using the WESAD dataset.</a:t>
            </a:r>
          </a:p>
          <a:p>
            <a:pPr marL="342900" indent="-342900">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A hybrid deep learning model combining CNN, </a:t>
            </a:r>
            <a:r>
              <a:rPr lang="en-US" sz="2400" dirty="0" err="1">
                <a:latin typeface="Calibri" panose="020F0502020204030204" pitchFamily="34" charset="0"/>
                <a:ea typeface="Calibri" panose="020F0502020204030204" pitchFamily="34" charset="0"/>
                <a:cs typeface="Calibri" panose="020F0502020204030204" pitchFamily="34" charset="0"/>
              </a:rPr>
              <a:t>BiGRU</a:t>
            </a:r>
            <a:r>
              <a:rPr lang="en-US" sz="2400" dirty="0">
                <a:latin typeface="Calibri" panose="020F0502020204030204" pitchFamily="34" charset="0"/>
                <a:ea typeface="Calibri" panose="020F0502020204030204" pitchFamily="34" charset="0"/>
                <a:cs typeface="Calibri" panose="020F0502020204030204" pitchFamily="34" charset="0"/>
              </a:rPr>
              <a:t>, and attention is used for emotion prediction.</a:t>
            </a:r>
          </a:p>
          <a:p>
            <a:pPr marL="342900" indent="-342900">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Subject-independent evaluation is performed using Leave-One-Subject-Out (LOSO) cross-validation.</a:t>
            </a:r>
          </a:p>
          <a:p>
            <a:pPr marL="342900" indent="-342900">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Results indicate that deep learning effectively captures temporal physiological patterns for accurate emotion classification.</a:t>
            </a:r>
            <a:endParaRPr lang="en-US" altLang="en-GB"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073215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825F8-2419-EE2B-85A3-3289AFF28C8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17D17C9-2305-393C-C8A5-185E08E149B0}"/>
              </a:ext>
            </a:extLst>
          </p:cNvPr>
          <p:cNvSpPr>
            <a:spLocks noGrp="1"/>
          </p:cNvSpPr>
          <p:nvPr>
            <p:ph type="sldNum" sz="quarter" idx="11"/>
          </p:nvPr>
        </p:nvSpPr>
        <p:spPr/>
        <p:txBody>
          <a:bodyPr/>
          <a:lstStyle/>
          <a:p>
            <a:fld id="{75DF2D63-3FF5-D547-96B9-BE9CCD1ABA58}" type="slidenum">
              <a:rPr lang="en-US" smtClean="0"/>
              <a:pPr/>
              <a:t>4</a:t>
            </a:fld>
            <a:endParaRPr lang="en-US" dirty="0"/>
          </a:p>
        </p:txBody>
      </p:sp>
      <p:sp>
        <p:nvSpPr>
          <p:cNvPr id="17" name="TextBox 16">
            <a:extLst>
              <a:ext uri="{FF2B5EF4-FFF2-40B4-BE49-F238E27FC236}">
                <a16:creationId xmlns:a16="http://schemas.microsoft.com/office/drawing/2014/main" id="{D395E7ED-395F-BE1B-2CB3-B637BE03931A}"/>
              </a:ext>
            </a:extLst>
          </p:cNvPr>
          <p:cNvSpPr txBox="1"/>
          <p:nvPr/>
        </p:nvSpPr>
        <p:spPr>
          <a:xfrm>
            <a:off x="649224" y="859614"/>
            <a:ext cx="5084437" cy="594137"/>
          </a:xfrm>
          <a:prstGeom prst="rect">
            <a:avLst/>
          </a:prstGeom>
          <a:noFill/>
        </p:spPr>
        <p:txBody>
          <a:bodyPr wrap="square">
            <a:spAutoFit/>
          </a:bodyPr>
          <a:lstStyle/>
          <a:p>
            <a:pPr marR="0" lvl="0" algn="l" defTabSz="914400" rtl="0" eaLnBrk="1" fontAlgn="auto" latinLnBrk="0" hangingPunct="1">
              <a:lnSpc>
                <a:spcPct val="90000"/>
              </a:lnSpc>
              <a:spcBef>
                <a:spcPts val="1000"/>
              </a:spcBef>
              <a:spcAft>
                <a:spcPts val="0"/>
              </a:spcAft>
              <a:buClrTx/>
              <a:buSzTx/>
              <a:tabLst/>
              <a:defRPr/>
            </a:pPr>
            <a:r>
              <a:rPr lang="en-US" sz="3600" dirty="0">
                <a:solidFill>
                  <a:prstClr val="black"/>
                </a:solidFill>
                <a:latin typeface="Aptos" panose="020B0004020202020204" pitchFamily="34" charset="0"/>
                <a:ea typeface="Open Sans Semibold" panose="020B0706030804020204" pitchFamily="34" charset="0"/>
                <a:cs typeface="Open Sans Semibold" panose="020B0706030804020204" pitchFamily="34" charset="0"/>
              </a:rPr>
              <a:t>INTRODUCTION</a:t>
            </a:r>
            <a:endParaRPr kumimoji="0" lang="en-US" sz="3600" i="0" u="none" strike="noStrike" kern="1200" cap="none" spc="0" normalizeH="0" baseline="0" noProof="0" dirty="0">
              <a:ln>
                <a:noFill/>
              </a:ln>
              <a:solidFill>
                <a:prstClr val="black"/>
              </a:solidFill>
              <a:effectLst/>
              <a:uLnTx/>
              <a:uFillTx/>
              <a:latin typeface="Aptos" panose="020B0004020202020204" pitchFamily="34" charset="0"/>
              <a:ea typeface="Open Sans Semibold" panose="020B0706030804020204" pitchFamily="34" charset="0"/>
              <a:cs typeface="Open Sans Semibold" panose="020B0706030804020204" pitchFamily="34" charset="0"/>
            </a:endParaRPr>
          </a:p>
        </p:txBody>
      </p:sp>
      <p:sp>
        <p:nvSpPr>
          <p:cNvPr id="5" name="TextBox 4">
            <a:extLst>
              <a:ext uri="{FF2B5EF4-FFF2-40B4-BE49-F238E27FC236}">
                <a16:creationId xmlns:a16="http://schemas.microsoft.com/office/drawing/2014/main" id="{06365471-9515-8AED-DDDE-77FCB7717554}"/>
              </a:ext>
            </a:extLst>
          </p:cNvPr>
          <p:cNvSpPr txBox="1"/>
          <p:nvPr/>
        </p:nvSpPr>
        <p:spPr>
          <a:xfrm>
            <a:off x="1269710" y="1843950"/>
            <a:ext cx="9323613" cy="3785652"/>
          </a:xfrm>
          <a:prstGeom prst="rect">
            <a:avLst/>
          </a:prstGeom>
          <a:noFill/>
        </p:spPr>
        <p:txBody>
          <a:bodyPr wrap="square">
            <a:spAutoFit/>
          </a:bodyPr>
          <a:lstStyle/>
          <a:p>
            <a:pPr marL="342900" lvl="0" indent="-342900" eaLnBrk="0" fontAlgn="base" hangingPunct="0">
              <a:spcBef>
                <a:spcPct val="0"/>
              </a:spcBef>
              <a:spcAft>
                <a:spcPct val="0"/>
              </a:spcAft>
              <a:buFont typeface="Wingdings" panose="05000000000000000000" pitchFamily="2" charset="2"/>
              <a:buChar char="Ø"/>
            </a:pPr>
            <a:r>
              <a:rPr lang="en-US" altLang="en-US" sz="2400" dirty="0">
                <a:latin typeface="Calibri" panose="020F0502020204030204" pitchFamily="34" charset="0"/>
                <a:ea typeface="Calibri" panose="020F0502020204030204" pitchFamily="34" charset="0"/>
                <a:cs typeface="Calibri" panose="020F0502020204030204" pitchFamily="34" charset="0"/>
              </a:rPr>
              <a:t>The project focuses on predicting human emotional states using wearable sensor data.</a:t>
            </a:r>
          </a:p>
          <a:p>
            <a:pPr marL="342900" lvl="0" indent="-342900" eaLnBrk="0" fontAlgn="base" hangingPunct="0">
              <a:spcBef>
                <a:spcPct val="0"/>
              </a:spcBef>
              <a:spcAft>
                <a:spcPct val="0"/>
              </a:spcAft>
              <a:buFont typeface="Wingdings" panose="05000000000000000000" pitchFamily="2" charset="2"/>
              <a:buChar char="Ø"/>
            </a:pPr>
            <a:r>
              <a:rPr lang="en-US" altLang="en-US" sz="2400" dirty="0">
                <a:latin typeface="Calibri" panose="020F0502020204030204" pitchFamily="34" charset="0"/>
                <a:ea typeface="Calibri" panose="020F0502020204030204" pitchFamily="34" charset="0"/>
                <a:cs typeface="Calibri" panose="020F0502020204030204" pitchFamily="34" charset="0"/>
              </a:rPr>
              <a:t>Wearable devices generate continuous physiological signals that are complex and time-dependent.</a:t>
            </a:r>
          </a:p>
          <a:p>
            <a:pPr marL="342900" lvl="0" indent="-342900" eaLnBrk="0" fontAlgn="base" hangingPunct="0">
              <a:spcBef>
                <a:spcPct val="0"/>
              </a:spcBef>
              <a:spcAft>
                <a:spcPct val="0"/>
              </a:spcAft>
              <a:buFont typeface="Wingdings" panose="05000000000000000000" pitchFamily="2" charset="2"/>
              <a:buChar char="Ø"/>
            </a:pPr>
            <a:r>
              <a:rPr lang="en-US" altLang="en-US" sz="2400" dirty="0">
                <a:latin typeface="Calibri" panose="020F0502020204030204" pitchFamily="34" charset="0"/>
                <a:ea typeface="Calibri" panose="020F0502020204030204" pitchFamily="34" charset="0"/>
                <a:cs typeface="Calibri" panose="020F0502020204030204" pitchFamily="34" charset="0"/>
              </a:rPr>
              <a:t>Multi-modal sensor data is segmented into fixed-length windows for analysis.</a:t>
            </a:r>
          </a:p>
          <a:p>
            <a:pPr marL="342900" lvl="0" indent="-342900" eaLnBrk="0" fontAlgn="base" hangingPunct="0">
              <a:spcBef>
                <a:spcPct val="0"/>
              </a:spcBef>
              <a:spcAft>
                <a:spcPct val="0"/>
              </a:spcAft>
              <a:buFont typeface="Wingdings" panose="05000000000000000000" pitchFamily="2" charset="2"/>
              <a:buChar char="Ø"/>
            </a:pPr>
            <a:r>
              <a:rPr lang="en-US" altLang="en-US" sz="2400" dirty="0">
                <a:latin typeface="Calibri" panose="020F0502020204030204" pitchFamily="34" charset="0"/>
                <a:ea typeface="Calibri" panose="020F0502020204030204" pitchFamily="34" charset="0"/>
                <a:cs typeface="Calibri" panose="020F0502020204030204" pitchFamily="34" charset="0"/>
              </a:rPr>
              <a:t>A hybrid CNN–</a:t>
            </a:r>
            <a:r>
              <a:rPr lang="en-US" altLang="en-US" sz="2400" dirty="0" err="1">
                <a:latin typeface="Calibri" panose="020F0502020204030204" pitchFamily="34" charset="0"/>
                <a:ea typeface="Calibri" panose="020F0502020204030204" pitchFamily="34" charset="0"/>
                <a:cs typeface="Calibri" panose="020F0502020204030204" pitchFamily="34" charset="0"/>
              </a:rPr>
              <a:t>BiGRU</a:t>
            </a:r>
            <a:r>
              <a:rPr lang="en-US" altLang="en-US" sz="2400" dirty="0">
                <a:latin typeface="Calibri" panose="020F0502020204030204" pitchFamily="34" charset="0"/>
                <a:ea typeface="Calibri" panose="020F0502020204030204" pitchFamily="34" charset="0"/>
                <a:cs typeface="Calibri" panose="020F0502020204030204" pitchFamily="34" charset="0"/>
              </a:rPr>
              <a:t>–Attention deep learning model is used to learn temporal patterns.</a:t>
            </a:r>
          </a:p>
          <a:p>
            <a:pPr marL="342900" lvl="0" indent="-342900" eaLnBrk="0" fontAlgn="base" hangingPunct="0">
              <a:spcBef>
                <a:spcPct val="0"/>
              </a:spcBef>
              <a:spcAft>
                <a:spcPct val="0"/>
              </a:spcAft>
              <a:buFont typeface="Wingdings" panose="05000000000000000000" pitchFamily="2" charset="2"/>
              <a:buChar char="Ø"/>
            </a:pPr>
            <a:r>
              <a:rPr lang="en-US" altLang="en-US" sz="2400" dirty="0">
                <a:latin typeface="Calibri" panose="020F0502020204030204" pitchFamily="34" charset="0"/>
                <a:ea typeface="Calibri" panose="020F0502020204030204" pitchFamily="34" charset="0"/>
                <a:cs typeface="Calibri" panose="020F0502020204030204" pitchFamily="34" charset="0"/>
              </a:rPr>
              <a:t>The system predicts emotions such as baseline, stress, amusement, and meditation.</a:t>
            </a:r>
          </a:p>
        </p:txBody>
      </p:sp>
    </p:spTree>
    <p:extLst>
      <p:ext uri="{BB962C8B-B14F-4D97-AF65-F5344CB8AC3E}">
        <p14:creationId xmlns:p14="http://schemas.microsoft.com/office/powerpoint/2010/main" val="8663949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50F43E-3726-1405-17BC-37629889190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01A338E-0342-59BC-F8FA-ED2C4C97ED01}"/>
              </a:ext>
            </a:extLst>
          </p:cNvPr>
          <p:cNvSpPr>
            <a:spLocks noGrp="1"/>
          </p:cNvSpPr>
          <p:nvPr>
            <p:ph type="sldNum" sz="quarter" idx="11"/>
          </p:nvPr>
        </p:nvSpPr>
        <p:spPr/>
        <p:txBody>
          <a:bodyPr/>
          <a:lstStyle/>
          <a:p>
            <a:fld id="{75DF2D63-3FF5-D547-96B9-BE9CCD1ABA58}" type="slidenum">
              <a:rPr lang="en-US" smtClean="0"/>
              <a:pPr/>
              <a:t>5</a:t>
            </a:fld>
            <a:endParaRPr lang="en-US" dirty="0"/>
          </a:p>
        </p:txBody>
      </p:sp>
      <p:sp>
        <p:nvSpPr>
          <p:cNvPr id="17" name="TextBox 16">
            <a:extLst>
              <a:ext uri="{FF2B5EF4-FFF2-40B4-BE49-F238E27FC236}">
                <a16:creationId xmlns:a16="http://schemas.microsoft.com/office/drawing/2014/main" id="{1654960A-09F9-0EA6-651E-5A925490E95F}"/>
              </a:ext>
            </a:extLst>
          </p:cNvPr>
          <p:cNvSpPr txBox="1"/>
          <p:nvPr/>
        </p:nvSpPr>
        <p:spPr>
          <a:xfrm>
            <a:off x="649224" y="859614"/>
            <a:ext cx="5084437" cy="594137"/>
          </a:xfrm>
          <a:prstGeom prst="rect">
            <a:avLst/>
          </a:prstGeom>
          <a:noFill/>
        </p:spPr>
        <p:txBody>
          <a:bodyPr wrap="square">
            <a:spAutoFit/>
          </a:bodyPr>
          <a:lstStyle/>
          <a:p>
            <a:pPr marR="0" lvl="0" algn="l" defTabSz="914400" rtl="0" eaLnBrk="1" fontAlgn="auto" latinLnBrk="0" hangingPunct="1">
              <a:lnSpc>
                <a:spcPct val="90000"/>
              </a:lnSpc>
              <a:spcBef>
                <a:spcPts val="1000"/>
              </a:spcBef>
              <a:spcAft>
                <a:spcPts val="0"/>
              </a:spcAft>
              <a:buClrTx/>
              <a:buSzTx/>
              <a:tabLst/>
              <a:defRPr/>
            </a:pPr>
            <a:r>
              <a:rPr kumimoji="0" lang="en-US" sz="3600" i="0" u="none" strike="noStrike" kern="1200" cap="none" spc="0" normalizeH="0" baseline="0" noProof="0" dirty="0">
                <a:ln>
                  <a:noFill/>
                </a:ln>
                <a:solidFill>
                  <a:prstClr val="black"/>
                </a:solidFill>
                <a:effectLst/>
                <a:uLnTx/>
                <a:uFillTx/>
                <a:latin typeface="Aptos" panose="020B0004020202020204" pitchFamily="34" charset="0"/>
                <a:ea typeface="Open Sans Semibold" panose="020B0706030804020204" pitchFamily="34" charset="0"/>
                <a:cs typeface="Open Sans Semibold" panose="020B0706030804020204" pitchFamily="34" charset="0"/>
              </a:rPr>
              <a:t>LITERATURE SURVEY</a:t>
            </a:r>
          </a:p>
        </p:txBody>
      </p:sp>
      <p:sp>
        <p:nvSpPr>
          <p:cNvPr id="5" name="TextBox 4">
            <a:extLst>
              <a:ext uri="{FF2B5EF4-FFF2-40B4-BE49-F238E27FC236}">
                <a16:creationId xmlns:a16="http://schemas.microsoft.com/office/drawing/2014/main" id="{85BADD83-7BC9-5F1B-C397-A26EE5102480}"/>
              </a:ext>
            </a:extLst>
          </p:cNvPr>
          <p:cNvSpPr txBox="1"/>
          <p:nvPr/>
        </p:nvSpPr>
        <p:spPr>
          <a:xfrm>
            <a:off x="1279040" y="1494970"/>
            <a:ext cx="9323613" cy="4708981"/>
          </a:xfrm>
          <a:prstGeom prst="rect">
            <a:avLst/>
          </a:prstGeom>
          <a:noFill/>
        </p:spPr>
        <p:txBody>
          <a:bodyPr wrap="square">
            <a:spAutoFit/>
          </a:bodyPr>
          <a:lstStyle/>
          <a:p>
            <a:pPr marL="342900"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Prior studies have used traditional machine learning models such as SVM and Random Forest for emotion recognition from physiological signals, showing reasonable accuracy and interpretability.</a:t>
            </a:r>
          </a:p>
          <a:p>
            <a:pPr marL="342900"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Deep learning models such as CNNs, LSTMs, and GRUs achieve higher accuracy by learning temporal patterns directly from wearable sensor data but require higher computational resources.</a:t>
            </a:r>
          </a:p>
          <a:p>
            <a:pPr marL="342900"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Attention-based and hybrid deep learning models show improved performance in capturing important signal segments, but scalability and real-time deployment remain challenging.</a:t>
            </a:r>
          </a:p>
          <a:p>
            <a:r>
              <a:rPr lang="en-US" sz="2000" b="1" dirty="0">
                <a:latin typeface="Times New Roman" panose="02020603050405020304" pitchFamily="18" charset="0"/>
                <a:cs typeface="Times New Roman" panose="02020603050405020304" pitchFamily="18" charset="0"/>
              </a:rPr>
              <a:t>Major gaps identified:</a:t>
            </a: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Subject-dependent evaluation limits generalization across users.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Limited integration of multi-modal wearable sensor data.</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Lack of real-time emotion monitoring systems.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High computational complexity for deployment on wearable or edge devices.</a:t>
            </a: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87683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DEE97-6E00-04D6-CA3E-25AE806991B7}"/>
            </a:ext>
          </a:extLst>
        </p:cNvPr>
        <p:cNvGrpSpPr/>
        <p:nvPr/>
      </p:nvGrpSpPr>
      <p:grpSpPr>
        <a:xfrm>
          <a:off x="0" y="0"/>
          <a:ext cx="0" cy="0"/>
          <a:chOff x="0" y="0"/>
          <a:chExt cx="0" cy="0"/>
        </a:xfrm>
      </p:grpSpPr>
      <p:pic>
        <p:nvPicPr>
          <p:cNvPr id="11" name="Picture Placeholder 10" descr="White DNA structure">
            <a:extLst>
              <a:ext uri="{FF2B5EF4-FFF2-40B4-BE49-F238E27FC236}">
                <a16:creationId xmlns:a16="http://schemas.microsoft.com/office/drawing/2014/main" id="{BB6AB746-A8E7-E602-8629-387AC2341EE7}"/>
              </a:ext>
            </a:extLst>
          </p:cNvPr>
          <p:cNvPicPr>
            <a:picLocks noGrp="1" noChangeAspect="1"/>
          </p:cNvPicPr>
          <p:nvPr>
            <p:ph type="pic" sz="quarter" idx="10"/>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p:blipFill>
        <p:spPr/>
      </p:pic>
      <p:sp>
        <p:nvSpPr>
          <p:cNvPr id="3" name="Title 2">
            <a:extLst>
              <a:ext uri="{FF2B5EF4-FFF2-40B4-BE49-F238E27FC236}">
                <a16:creationId xmlns:a16="http://schemas.microsoft.com/office/drawing/2014/main" id="{0FD750AC-EA10-0733-DE9E-91D8059FC2B0}"/>
              </a:ext>
            </a:extLst>
          </p:cNvPr>
          <p:cNvSpPr>
            <a:spLocks noGrp="1"/>
          </p:cNvSpPr>
          <p:nvPr>
            <p:ph type="title"/>
          </p:nvPr>
        </p:nvSpPr>
        <p:spPr/>
        <p:txBody>
          <a:bodyPr/>
          <a:lstStyle/>
          <a:p>
            <a:r>
              <a:rPr lang="en-US" dirty="0"/>
              <a:t>Project overview</a:t>
            </a:r>
          </a:p>
        </p:txBody>
      </p:sp>
    </p:spTree>
    <p:extLst>
      <p:ext uri="{BB962C8B-B14F-4D97-AF65-F5344CB8AC3E}">
        <p14:creationId xmlns:p14="http://schemas.microsoft.com/office/powerpoint/2010/main" val="42646528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E8692-C17F-6B06-A44F-C08652E6A9E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E1B366C-9AAF-56D5-326A-62E5E3FB6271}"/>
              </a:ext>
            </a:extLst>
          </p:cNvPr>
          <p:cNvSpPr>
            <a:spLocks noGrp="1"/>
          </p:cNvSpPr>
          <p:nvPr>
            <p:ph type="sldNum" sz="quarter" idx="11"/>
          </p:nvPr>
        </p:nvSpPr>
        <p:spPr/>
        <p:txBody>
          <a:bodyPr/>
          <a:lstStyle/>
          <a:p>
            <a:fld id="{75DF2D63-3FF5-D547-96B9-BE9CCD1ABA58}" type="slidenum">
              <a:rPr lang="en-US" smtClean="0"/>
              <a:pPr/>
              <a:t>7</a:t>
            </a:fld>
            <a:endParaRPr lang="en-US" dirty="0"/>
          </a:p>
        </p:txBody>
      </p:sp>
      <p:sp>
        <p:nvSpPr>
          <p:cNvPr id="9" name="Rectangle 8">
            <a:extLst>
              <a:ext uri="{FF2B5EF4-FFF2-40B4-BE49-F238E27FC236}">
                <a16:creationId xmlns:a16="http://schemas.microsoft.com/office/drawing/2014/main" id="{1A968EAF-BBB4-287A-9C0A-30CF8FDD0817}"/>
              </a:ext>
            </a:extLst>
          </p:cNvPr>
          <p:cNvSpPr/>
          <p:nvPr/>
        </p:nvSpPr>
        <p:spPr>
          <a:xfrm>
            <a:off x="5162061" y="1828800"/>
            <a:ext cx="818861" cy="3167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Picture Placeholder 4">
            <a:extLst>
              <a:ext uri="{FF2B5EF4-FFF2-40B4-BE49-F238E27FC236}">
                <a16:creationId xmlns:a16="http://schemas.microsoft.com/office/drawing/2014/main" id="{8E585268-0687-B946-619C-5BB59F443231}"/>
              </a:ext>
            </a:extLst>
          </p:cNvPr>
          <p:cNvSpPr>
            <a:spLocks noGrp="1"/>
          </p:cNvSpPr>
          <p:nvPr>
            <p:ph type="pic" sz="quarter" idx="13"/>
          </p:nvPr>
        </p:nvSpPr>
        <p:spPr/>
      </p:sp>
      <p:pic>
        <p:nvPicPr>
          <p:cNvPr id="6" name="Image 0" descr="preencoded.png">
            <a:extLst>
              <a:ext uri="{FF2B5EF4-FFF2-40B4-BE49-F238E27FC236}">
                <a16:creationId xmlns:a16="http://schemas.microsoft.com/office/drawing/2014/main" id="{74009B6E-2C7D-F93A-0619-1E737DE57E97}"/>
              </a:ext>
            </a:extLst>
          </p:cNvPr>
          <p:cNvPicPr>
            <a:picLocks noChangeAspect="1"/>
          </p:cNvPicPr>
          <p:nvPr/>
        </p:nvPicPr>
        <p:blipFill>
          <a:blip r:embed="rId2"/>
          <a:srcRect/>
          <a:stretch>
            <a:fillRect/>
          </a:stretch>
        </p:blipFill>
        <p:spPr>
          <a:xfrm>
            <a:off x="1298574" y="1828800"/>
            <a:ext cx="3273425" cy="3200400"/>
          </a:xfrm>
          <a:prstGeom prst="ellipse">
            <a:avLst/>
          </a:prstGeom>
          <a:noFill/>
        </p:spPr>
      </p:pic>
      <p:sp>
        <p:nvSpPr>
          <p:cNvPr id="11" name="TextBox 10">
            <a:extLst>
              <a:ext uri="{FF2B5EF4-FFF2-40B4-BE49-F238E27FC236}">
                <a16:creationId xmlns:a16="http://schemas.microsoft.com/office/drawing/2014/main" id="{811071F0-F633-B0C1-93ED-7A0CA6D958CB}"/>
              </a:ext>
            </a:extLst>
          </p:cNvPr>
          <p:cNvSpPr txBox="1"/>
          <p:nvPr/>
        </p:nvSpPr>
        <p:spPr>
          <a:xfrm>
            <a:off x="4739889" y="920621"/>
            <a:ext cx="6596806" cy="5170646"/>
          </a:xfrm>
          <a:prstGeom prst="rect">
            <a:avLst/>
          </a:prstGeom>
          <a:noFill/>
        </p:spPr>
        <p:txBody>
          <a:bodyPr wrap="square">
            <a:spAutoFit/>
          </a:bodyPr>
          <a:lstStyle/>
          <a:p>
            <a:pPr>
              <a:buNone/>
            </a:pPr>
            <a:r>
              <a:rPr lang="en-US" sz="2000" dirty="0">
                <a:latin typeface="Calibri" panose="020F0502020204030204" pitchFamily="34" charset="0"/>
                <a:ea typeface="Calibri" panose="020F0502020204030204" pitchFamily="34" charset="0"/>
                <a:cs typeface="Calibri" panose="020F0502020204030204" pitchFamily="34" charset="0"/>
              </a:rPr>
              <a:t>This project aims to predict human emotional states using wearable sensor data through a deep learning approach. Wearable devices generate continuous physiological signals such as heart rate, electrodermal activity, respiration, temperature, and motion, which reflect a person’s emotional condition but are complex and time-dependent.</a:t>
            </a:r>
          </a:p>
          <a:p>
            <a:pPr>
              <a:buNone/>
            </a:pPr>
            <a:endParaRPr lang="en-US" sz="2000" dirty="0">
              <a:latin typeface="Calibri" panose="020F0502020204030204" pitchFamily="34" charset="0"/>
              <a:ea typeface="Calibri" panose="020F0502020204030204" pitchFamily="34" charset="0"/>
              <a:cs typeface="Calibri" panose="020F0502020204030204" pitchFamily="34" charset="0"/>
            </a:endParaRPr>
          </a:p>
          <a:p>
            <a:pPr>
              <a:buNone/>
            </a:pPr>
            <a:r>
              <a:rPr lang="en-US" sz="2000" dirty="0">
                <a:latin typeface="Calibri" panose="020F0502020204030204" pitchFamily="34" charset="0"/>
                <a:ea typeface="Calibri" panose="020F0502020204030204" pitchFamily="34" charset="0"/>
                <a:cs typeface="Calibri" panose="020F0502020204030204" pitchFamily="34" charset="0"/>
              </a:rPr>
              <a:t>In this work, multi-modal sensor signals are segmented into fixed-length windows and analyzed using a hybrid CNN–</a:t>
            </a:r>
            <a:r>
              <a:rPr lang="en-US" sz="2000" dirty="0" err="1">
                <a:latin typeface="Calibri" panose="020F0502020204030204" pitchFamily="34" charset="0"/>
                <a:ea typeface="Calibri" panose="020F0502020204030204" pitchFamily="34" charset="0"/>
                <a:cs typeface="Calibri" panose="020F0502020204030204" pitchFamily="34" charset="0"/>
              </a:rPr>
              <a:t>BiGRU</a:t>
            </a:r>
            <a:r>
              <a:rPr lang="en-US" sz="2000" dirty="0">
                <a:latin typeface="Calibri" panose="020F0502020204030204" pitchFamily="34" charset="0"/>
                <a:ea typeface="Calibri" panose="020F0502020204030204" pitchFamily="34" charset="0"/>
                <a:cs typeface="Calibri" panose="020F0502020204030204" pitchFamily="34" charset="0"/>
              </a:rPr>
              <a:t>–Attention model. The convolutional layers extract local temporal patterns, the bidirectional GRU captures long-term dependencies, and the attention mechanism highlights the most relevant signal segments. The model predicts emotional states including baseline, stress, amusement, and meditation, demonstrating the effectiveness of deep learning for emotion recognition in wearable-based health monitoring systems.</a:t>
            </a:r>
          </a:p>
        </p:txBody>
      </p:sp>
      <p:sp>
        <p:nvSpPr>
          <p:cNvPr id="12" name="Rectangle 11">
            <a:extLst>
              <a:ext uri="{FF2B5EF4-FFF2-40B4-BE49-F238E27FC236}">
                <a16:creationId xmlns:a16="http://schemas.microsoft.com/office/drawing/2014/main" id="{F4FC45C6-A5A1-E87B-EA31-E738BF40CB2B}"/>
              </a:ext>
            </a:extLst>
          </p:cNvPr>
          <p:cNvSpPr/>
          <p:nvPr/>
        </p:nvSpPr>
        <p:spPr>
          <a:xfrm rot="5400000">
            <a:off x="9739605" y="4405606"/>
            <a:ext cx="214602" cy="4690188"/>
          </a:xfrm>
          <a:prstGeom prst="rect">
            <a:avLst/>
          </a:prstGeom>
          <a:solidFill>
            <a:srgbClr val="C7DBE1"/>
          </a:solidFill>
          <a:ln>
            <a:solidFill>
              <a:srgbClr val="C7D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0141135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84788-646A-CF90-D67D-14752A71745D}"/>
              </a:ext>
            </a:extLst>
          </p:cNvPr>
          <p:cNvSpPr>
            <a:spLocks noGrp="1"/>
          </p:cNvSpPr>
          <p:nvPr>
            <p:ph type="title"/>
          </p:nvPr>
        </p:nvSpPr>
        <p:spPr>
          <a:xfrm>
            <a:off x="5372947" y="1041395"/>
            <a:ext cx="6475444" cy="548640"/>
          </a:xfrm>
        </p:spPr>
        <p:txBody>
          <a:bodyPr/>
          <a:lstStyle/>
          <a:p>
            <a:r>
              <a:rPr lang="en-US" sz="3200" dirty="0">
                <a:latin typeface="Aptos" panose="020B0004020202020204" pitchFamily="34" charset="0"/>
              </a:rPr>
              <a:t>Problem statement &amp;</a:t>
            </a:r>
            <a:br>
              <a:rPr lang="en-US" sz="3200" dirty="0">
                <a:latin typeface="Aptos" panose="020B0004020202020204" pitchFamily="34" charset="0"/>
              </a:rPr>
            </a:br>
            <a:r>
              <a:rPr lang="en-US" sz="3200" dirty="0">
                <a:latin typeface="Aptos" panose="020B0004020202020204" pitchFamily="34" charset="0"/>
              </a:rPr>
              <a:t>objective</a:t>
            </a:r>
          </a:p>
        </p:txBody>
      </p:sp>
      <p:sp>
        <p:nvSpPr>
          <p:cNvPr id="4" name="Slide Number Placeholder 3">
            <a:extLst>
              <a:ext uri="{FF2B5EF4-FFF2-40B4-BE49-F238E27FC236}">
                <a16:creationId xmlns:a16="http://schemas.microsoft.com/office/drawing/2014/main" id="{B6586F16-C3E1-6E51-D140-EF50382CA456}"/>
              </a:ext>
            </a:extLst>
          </p:cNvPr>
          <p:cNvSpPr>
            <a:spLocks noGrp="1"/>
          </p:cNvSpPr>
          <p:nvPr>
            <p:ph type="sldNum" sz="quarter" idx="11"/>
          </p:nvPr>
        </p:nvSpPr>
        <p:spPr/>
        <p:txBody>
          <a:bodyPr/>
          <a:lstStyle/>
          <a:p>
            <a:fld id="{75DF2D63-3FF5-D547-96B9-BE9CCD1ABA58}" type="slidenum">
              <a:rPr lang="en-US" smtClean="0"/>
              <a:pPr/>
              <a:t>8</a:t>
            </a:fld>
            <a:endParaRPr lang="en-US" dirty="0"/>
          </a:p>
        </p:txBody>
      </p:sp>
      <p:sp>
        <p:nvSpPr>
          <p:cNvPr id="7" name="TextBox 6">
            <a:extLst>
              <a:ext uri="{FF2B5EF4-FFF2-40B4-BE49-F238E27FC236}">
                <a16:creationId xmlns:a16="http://schemas.microsoft.com/office/drawing/2014/main" id="{9CFA425F-1852-8243-6613-50416AC9E3B8}"/>
              </a:ext>
            </a:extLst>
          </p:cNvPr>
          <p:cNvSpPr txBox="1"/>
          <p:nvPr/>
        </p:nvSpPr>
        <p:spPr>
          <a:xfrm>
            <a:off x="5372947" y="2230943"/>
            <a:ext cx="6097554" cy="3788858"/>
          </a:xfrm>
          <a:prstGeom prst="rect">
            <a:avLst/>
          </a:prstGeom>
          <a:noFill/>
        </p:spPr>
        <p:txBody>
          <a:bodyPr wrap="square">
            <a:spAutoFit/>
          </a:bodyPr>
          <a:lstStyle/>
          <a:p>
            <a:pPr>
              <a:lnSpc>
                <a:spcPct val="150000"/>
              </a:lnSpc>
            </a:pPr>
            <a:r>
              <a:rPr lang="en-US" sz="1800" dirty="0">
                <a:latin typeface="Calibri" panose="020F0502020204030204" pitchFamily="34" charset="0"/>
                <a:ea typeface="Calibri" panose="020F0502020204030204" pitchFamily="34" charset="0"/>
                <a:cs typeface="Calibri" panose="020F0502020204030204" pitchFamily="34" charset="0"/>
              </a:rPr>
              <a:t>With the increasing use of wearable devices, a large volume of time-series health data is generated daily. Manual analysis of such data is not feasible and may lead to missed early health indicators. There is a need for an automated system that can analyze wearable sensor data effectively.</a:t>
            </a:r>
          </a:p>
          <a:p>
            <a:pPr>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Objectives of the project:</a:t>
            </a:r>
            <a:endParaRPr lang="en-US" sz="1800" dirty="0">
              <a:latin typeface="Calibri" panose="020F0502020204030204" pitchFamily="34" charset="0"/>
              <a:ea typeface="Calibri" panose="020F0502020204030204" pitchFamily="34" charset="0"/>
              <a:cs typeface="Calibri" panose="020F0502020204030204" pitchFamily="34" charset="0"/>
            </a:endParaRPr>
          </a:p>
          <a:p>
            <a:pPr marL="342900" indent="-342900">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Analyze wearable sensor data efficiently</a:t>
            </a:r>
          </a:p>
          <a:p>
            <a:pPr marL="342900" indent="-342900">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Detect abnormal health behavior</a:t>
            </a:r>
          </a:p>
          <a:p>
            <a:pPr marL="342900" indent="-342900">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Provide interpretable and useful health insights</a:t>
            </a:r>
          </a:p>
        </p:txBody>
      </p:sp>
      <p:pic>
        <p:nvPicPr>
          <p:cNvPr id="9" name="Picture Placeholder 9">
            <a:extLst>
              <a:ext uri="{FF2B5EF4-FFF2-40B4-BE49-F238E27FC236}">
                <a16:creationId xmlns:a16="http://schemas.microsoft.com/office/drawing/2014/main" id="{ACCF3EFA-F62D-C362-1659-136A78EDBA6B}"/>
              </a:ext>
            </a:extLst>
          </p:cNvPr>
          <p:cNvPicPr>
            <a:picLocks noGrp="1" noChangeAspect="1"/>
          </p:cNvPicPr>
          <p:nvPr>
            <p:ph type="pic" sz="quarter" idx="13"/>
          </p:nvPr>
        </p:nvPicPr>
        <p:blipFill>
          <a:blip r:embed="rId2"/>
          <a:srcRect l="16620" r="16620"/>
          <a:stretch>
            <a:fillRect/>
          </a:stretch>
        </p:blipFill>
        <p:spPr>
          <a:xfrm>
            <a:off x="1298575" y="1828800"/>
            <a:ext cx="3200400" cy="3200400"/>
          </a:xfrm>
        </p:spPr>
      </p:pic>
      <p:sp>
        <p:nvSpPr>
          <p:cNvPr id="12" name="Rectangle 11">
            <a:extLst>
              <a:ext uri="{FF2B5EF4-FFF2-40B4-BE49-F238E27FC236}">
                <a16:creationId xmlns:a16="http://schemas.microsoft.com/office/drawing/2014/main" id="{F29D5099-BD9F-504E-9998-E281F11EAB93}"/>
              </a:ext>
            </a:extLst>
          </p:cNvPr>
          <p:cNvSpPr/>
          <p:nvPr/>
        </p:nvSpPr>
        <p:spPr>
          <a:xfrm rot="5400000">
            <a:off x="9739605" y="4405606"/>
            <a:ext cx="214602" cy="4690188"/>
          </a:xfrm>
          <a:prstGeom prst="rect">
            <a:avLst/>
          </a:prstGeom>
          <a:solidFill>
            <a:srgbClr val="C7DBE1"/>
          </a:solidFill>
          <a:ln>
            <a:solidFill>
              <a:srgbClr val="C7D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8101336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B34DDCD-707A-A5D7-B2C6-B463856CE28B}"/>
              </a:ext>
            </a:extLst>
          </p:cNvPr>
          <p:cNvSpPr>
            <a:spLocks noGrp="1"/>
          </p:cNvSpPr>
          <p:nvPr>
            <p:ph type="sldNum" sz="quarter" idx="11"/>
          </p:nvPr>
        </p:nvSpPr>
        <p:spPr/>
        <p:txBody>
          <a:bodyPr/>
          <a:lstStyle/>
          <a:p>
            <a:fld id="{75DF2D63-3FF5-D547-96B9-BE9CCD1ABA58}" type="slidenum">
              <a:rPr lang="en-US" smtClean="0"/>
              <a:pPr/>
              <a:t>9</a:t>
            </a:fld>
            <a:endParaRPr lang="en-US" dirty="0"/>
          </a:p>
        </p:txBody>
      </p:sp>
      <p:grpSp>
        <p:nvGrpSpPr>
          <p:cNvPr id="2" name="Group 1">
            <a:extLst>
              <a:ext uri="{FF2B5EF4-FFF2-40B4-BE49-F238E27FC236}">
                <a16:creationId xmlns:a16="http://schemas.microsoft.com/office/drawing/2014/main" id="{6AAB5DA9-A0E5-5B6D-5EBA-8066BF0E8D8F}"/>
              </a:ext>
            </a:extLst>
          </p:cNvPr>
          <p:cNvGrpSpPr/>
          <p:nvPr/>
        </p:nvGrpSpPr>
        <p:grpSpPr>
          <a:xfrm>
            <a:off x="2084514" y="644718"/>
            <a:ext cx="9009588" cy="5963817"/>
            <a:chOff x="2765648" y="654048"/>
            <a:chExt cx="9009588" cy="5963817"/>
          </a:xfrm>
        </p:grpSpPr>
        <p:pic>
          <p:nvPicPr>
            <p:cNvPr id="7" name="Image 0" descr="preencoded.png">
              <a:extLst>
                <a:ext uri="{FF2B5EF4-FFF2-40B4-BE49-F238E27FC236}">
                  <a16:creationId xmlns:a16="http://schemas.microsoft.com/office/drawing/2014/main" id="{043DFF00-9739-EE41-FFC1-D3D8C973B528}"/>
                </a:ext>
              </a:extLst>
            </p:cNvPr>
            <p:cNvPicPr>
              <a:picLocks noChangeAspect="1"/>
            </p:cNvPicPr>
            <p:nvPr/>
          </p:nvPicPr>
          <p:blipFill>
            <a:blip r:embed="rId2"/>
            <a:srcRect l="35360" r="37762"/>
            <a:stretch>
              <a:fillRect/>
            </a:stretch>
          </p:blipFill>
          <p:spPr>
            <a:xfrm>
              <a:off x="5184185" y="654048"/>
              <a:ext cx="2832632" cy="5963817"/>
            </a:xfrm>
            <a:prstGeom prst="rect">
              <a:avLst/>
            </a:prstGeom>
          </p:spPr>
        </p:pic>
        <p:sp>
          <p:nvSpPr>
            <p:cNvPr id="10" name="Rectangle 9">
              <a:extLst>
                <a:ext uri="{FF2B5EF4-FFF2-40B4-BE49-F238E27FC236}">
                  <a16:creationId xmlns:a16="http://schemas.microsoft.com/office/drawing/2014/main" id="{6D9B3E96-3DF6-D87E-74EB-DC467464BE7B}"/>
                </a:ext>
              </a:extLst>
            </p:cNvPr>
            <p:cNvSpPr/>
            <p:nvPr/>
          </p:nvSpPr>
          <p:spPr>
            <a:xfrm>
              <a:off x="7782408" y="1267406"/>
              <a:ext cx="3992828" cy="849086"/>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en-US" sz="2000" dirty="0">
                  <a:latin typeface="Calibri" panose="020F0502020204030204" pitchFamily="34" charset="0"/>
                  <a:ea typeface="Calibri" panose="020F0502020204030204" pitchFamily="34" charset="0"/>
                  <a:cs typeface="Calibri" panose="020F0502020204030204" pitchFamily="34" charset="0"/>
                </a:rPr>
                <a:t>Data Source Layer</a:t>
              </a:r>
            </a:p>
            <a:p>
              <a:r>
                <a:rPr lang="en-US" sz="1600" dirty="0">
                  <a:latin typeface="Calibri" panose="020F0502020204030204" pitchFamily="34" charset="0"/>
                  <a:ea typeface="Calibri" panose="020F0502020204030204" pitchFamily="34" charset="0"/>
                  <a:cs typeface="Calibri" panose="020F0502020204030204" pitchFamily="34" charset="0"/>
                </a:rPr>
                <a:t>Uses the WESAD wearable dataset containing multi-channel chest and wrist signals such as ECG, EDA, respiration, temperature, and accelerometer data.</a:t>
              </a:r>
            </a:p>
          </p:txBody>
        </p:sp>
        <p:sp>
          <p:nvSpPr>
            <p:cNvPr id="12" name="Rectangle 11">
              <a:extLst>
                <a:ext uri="{FF2B5EF4-FFF2-40B4-BE49-F238E27FC236}">
                  <a16:creationId xmlns:a16="http://schemas.microsoft.com/office/drawing/2014/main" id="{4290E24F-C693-1316-E8F6-0306B10D5102}"/>
                </a:ext>
              </a:extLst>
            </p:cNvPr>
            <p:cNvSpPr/>
            <p:nvPr/>
          </p:nvSpPr>
          <p:spPr>
            <a:xfrm>
              <a:off x="2765649" y="2434070"/>
              <a:ext cx="3233939" cy="849086"/>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en-US" sz="2000" dirty="0">
                  <a:latin typeface="Calibri" panose="020F0502020204030204" pitchFamily="34" charset="0"/>
                  <a:ea typeface="Calibri" panose="020F0502020204030204" pitchFamily="34" charset="0"/>
                  <a:cs typeface="Calibri" panose="020F0502020204030204" pitchFamily="34" charset="0"/>
                </a:rPr>
                <a:t>Preprocessing &amp; Filtering</a:t>
              </a:r>
            </a:p>
            <a:p>
              <a:r>
                <a:rPr lang="en-US" sz="1600" dirty="0">
                  <a:latin typeface="Calibri" panose="020F0502020204030204" pitchFamily="34" charset="0"/>
                  <a:ea typeface="Calibri" panose="020F0502020204030204" pitchFamily="34" charset="0"/>
                  <a:cs typeface="Calibri" panose="020F0502020204030204" pitchFamily="34" charset="0"/>
                </a:rPr>
                <a:t>Signals are resampled, aligned, windowed, and labeled for model input.</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13" name="Rectangle 12">
              <a:extLst>
                <a:ext uri="{FF2B5EF4-FFF2-40B4-BE49-F238E27FC236}">
                  <a16:creationId xmlns:a16="http://schemas.microsoft.com/office/drawing/2014/main" id="{DD39DA47-F0A0-DDAD-A46B-91E6D67630C8}"/>
                </a:ext>
              </a:extLst>
            </p:cNvPr>
            <p:cNvSpPr/>
            <p:nvPr/>
          </p:nvSpPr>
          <p:spPr>
            <a:xfrm>
              <a:off x="2765648" y="4830793"/>
              <a:ext cx="3233939" cy="849086"/>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en-US" sz="2000" dirty="0">
                  <a:latin typeface="Calibri" panose="020F0502020204030204" pitchFamily="34" charset="0"/>
                  <a:ea typeface="Calibri" panose="020F0502020204030204" pitchFamily="34" charset="0"/>
                  <a:cs typeface="Calibri" panose="020F0502020204030204" pitchFamily="34" charset="0"/>
                </a:rPr>
                <a:t>Evaluation &amp; Deployment Layer</a:t>
              </a:r>
            </a:p>
            <a:p>
              <a:r>
                <a:rPr lang="en-US" sz="1600" dirty="0">
                  <a:latin typeface="Calibri" panose="020F0502020204030204" pitchFamily="34" charset="0"/>
                  <a:ea typeface="Calibri" panose="020F0502020204030204" pitchFamily="34" charset="0"/>
                  <a:cs typeface="Calibri" panose="020F0502020204030204" pitchFamily="34" charset="0"/>
                </a:rPr>
                <a:t>Evaluation using accuracy and F1-score, confusion matrix analysis, &amp; ONNX-based model export for deployment.</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766FA26F-3077-4C45-8BB9-8C287E8954F4}"/>
                </a:ext>
              </a:extLst>
            </p:cNvPr>
            <p:cNvSpPr/>
            <p:nvPr/>
          </p:nvSpPr>
          <p:spPr>
            <a:xfrm>
              <a:off x="7782408" y="3635956"/>
              <a:ext cx="3992828" cy="849086"/>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en-US" sz="2000" dirty="0">
                  <a:latin typeface="Calibri" panose="020F0502020204030204" pitchFamily="34" charset="0"/>
                  <a:ea typeface="Calibri" panose="020F0502020204030204" pitchFamily="34" charset="0"/>
                  <a:cs typeface="Calibri" panose="020F0502020204030204" pitchFamily="34" charset="0"/>
                </a:rPr>
                <a:t>Feature Extraction &amp; ML</a:t>
              </a:r>
            </a:p>
            <a:p>
              <a:r>
                <a:rPr lang="en-US" sz="1600" dirty="0">
                  <a:latin typeface="Calibri" panose="020F0502020204030204" pitchFamily="34" charset="0"/>
                  <a:ea typeface="Calibri" panose="020F0502020204030204" pitchFamily="34" charset="0"/>
                  <a:cs typeface="Calibri" panose="020F0502020204030204" pitchFamily="34" charset="0"/>
                </a:rPr>
                <a:t>processed using a CNN–</a:t>
              </a:r>
              <a:r>
                <a:rPr lang="en-US" sz="1600" dirty="0" err="1">
                  <a:latin typeface="Calibri" panose="020F0502020204030204" pitchFamily="34" charset="0"/>
                  <a:ea typeface="Calibri" panose="020F0502020204030204" pitchFamily="34" charset="0"/>
                  <a:cs typeface="Calibri" panose="020F0502020204030204" pitchFamily="34" charset="0"/>
                </a:rPr>
                <a:t>BiGRU</a:t>
              </a:r>
              <a:r>
                <a:rPr lang="en-US" sz="1600" dirty="0">
                  <a:latin typeface="Calibri" panose="020F0502020204030204" pitchFamily="34" charset="0"/>
                  <a:ea typeface="Calibri" panose="020F0502020204030204" pitchFamily="34" charset="0"/>
                  <a:cs typeface="Calibri" panose="020F0502020204030204" pitchFamily="34" charset="0"/>
                </a:rPr>
                <a:t>–Attention model to learn local patterns, long-term temporal dependencies, and important signal segments for emotion prediction.</a:t>
              </a:r>
            </a:p>
          </p:txBody>
        </p:sp>
      </p:grpSp>
      <p:sp>
        <p:nvSpPr>
          <p:cNvPr id="17" name="TextBox 16">
            <a:extLst>
              <a:ext uri="{FF2B5EF4-FFF2-40B4-BE49-F238E27FC236}">
                <a16:creationId xmlns:a16="http://schemas.microsoft.com/office/drawing/2014/main" id="{172601A0-E69D-ED4C-72E3-4E354F8D2E67}"/>
              </a:ext>
            </a:extLst>
          </p:cNvPr>
          <p:cNvSpPr txBox="1"/>
          <p:nvPr/>
        </p:nvSpPr>
        <p:spPr>
          <a:xfrm>
            <a:off x="420624" y="413982"/>
            <a:ext cx="5084437" cy="981615"/>
          </a:xfrm>
          <a:prstGeom prst="rect">
            <a:avLst/>
          </a:prstGeom>
          <a:noFill/>
        </p:spPr>
        <p:txBody>
          <a:bodyPr wrap="square">
            <a:spAutoFit/>
          </a:bodyPr>
          <a:lstStyle/>
          <a:p>
            <a:pPr marR="0" lvl="0" algn="l" defTabSz="914400" rtl="0" eaLnBrk="1" fontAlgn="auto" latinLnBrk="0" hangingPunct="1">
              <a:lnSpc>
                <a:spcPct val="90000"/>
              </a:lnSpc>
              <a:spcBef>
                <a:spcPts val="1000"/>
              </a:spcBef>
              <a:spcAft>
                <a:spcPts val="0"/>
              </a:spcAft>
              <a:buClrTx/>
              <a:buSzTx/>
              <a:tabLst/>
              <a:defRPr/>
            </a:pPr>
            <a:r>
              <a:rPr kumimoji="0" lang="en-US" sz="3200" i="0" u="none" strike="noStrike" kern="1200" cap="none" spc="0" normalizeH="0" baseline="0" noProof="0" dirty="0">
                <a:ln>
                  <a:noFill/>
                </a:ln>
                <a:solidFill>
                  <a:prstClr val="black"/>
                </a:solidFill>
                <a:effectLst/>
                <a:uLnTx/>
                <a:uFillTx/>
                <a:latin typeface="Aptos" panose="020B0004020202020204" pitchFamily="34" charset="0"/>
                <a:ea typeface="Open Sans Semibold" panose="020B0706030804020204" pitchFamily="34" charset="0"/>
                <a:cs typeface="Open Sans Semibold" panose="020B0706030804020204" pitchFamily="34" charset="0"/>
              </a:rPr>
              <a:t>System Architecture &amp; Workflow</a:t>
            </a:r>
          </a:p>
        </p:txBody>
      </p:sp>
    </p:spTree>
    <p:extLst>
      <p:ext uri="{BB962C8B-B14F-4D97-AF65-F5344CB8AC3E}">
        <p14:creationId xmlns:p14="http://schemas.microsoft.com/office/powerpoint/2010/main" val="12638750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A2E69-ECDA-BBCF-69BA-8D039F64B698}"/>
            </a:ext>
          </a:extLst>
        </p:cNvPr>
        <p:cNvGrpSpPr/>
        <p:nvPr/>
      </p:nvGrpSpPr>
      <p:grpSpPr>
        <a:xfrm>
          <a:off x="0" y="0"/>
          <a:ext cx="0" cy="0"/>
          <a:chOff x="0" y="0"/>
          <a:chExt cx="0" cy="0"/>
        </a:xfrm>
      </p:grpSpPr>
      <p:pic>
        <p:nvPicPr>
          <p:cNvPr id="11" name="Picture Placeholder 10" descr="White DNA structure">
            <a:extLst>
              <a:ext uri="{FF2B5EF4-FFF2-40B4-BE49-F238E27FC236}">
                <a16:creationId xmlns:a16="http://schemas.microsoft.com/office/drawing/2014/main" id="{D0DE3A3C-ADCA-E10D-9538-E846322A4325}"/>
              </a:ext>
            </a:extLst>
          </p:cNvPr>
          <p:cNvPicPr>
            <a:picLocks noGrp="1" noChangeAspect="1"/>
          </p:cNvPicPr>
          <p:nvPr>
            <p:ph type="pic" sz="quarter" idx="10"/>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p:blipFill>
        <p:spPr/>
      </p:pic>
      <p:sp>
        <p:nvSpPr>
          <p:cNvPr id="3" name="Title 2">
            <a:extLst>
              <a:ext uri="{FF2B5EF4-FFF2-40B4-BE49-F238E27FC236}">
                <a16:creationId xmlns:a16="http://schemas.microsoft.com/office/drawing/2014/main" id="{046E53E0-4103-C6E8-2EC2-B2F548F8E6F0}"/>
              </a:ext>
            </a:extLst>
          </p:cNvPr>
          <p:cNvSpPr>
            <a:spLocks noGrp="1"/>
          </p:cNvSpPr>
          <p:nvPr>
            <p:ph type="title"/>
          </p:nvPr>
        </p:nvSpPr>
        <p:spPr>
          <a:xfrm>
            <a:off x="2040635" y="3424428"/>
            <a:ext cx="8362997" cy="457200"/>
          </a:xfrm>
        </p:spPr>
        <p:txBody>
          <a:bodyPr/>
          <a:lstStyle/>
          <a:p>
            <a:r>
              <a:rPr lang="en-US" sz="4400" dirty="0"/>
              <a:t>Proposed </a:t>
            </a:r>
            <a:br>
              <a:rPr lang="en-US" sz="4400" dirty="0"/>
            </a:br>
            <a:r>
              <a:rPr lang="en-US" sz="4400" dirty="0"/>
              <a:t>METHODOLOGY</a:t>
            </a:r>
          </a:p>
        </p:txBody>
      </p:sp>
    </p:spTree>
    <p:extLst>
      <p:ext uri="{BB962C8B-B14F-4D97-AF65-F5344CB8AC3E}">
        <p14:creationId xmlns:p14="http://schemas.microsoft.com/office/powerpoint/2010/main" val="20668866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0B745-C7EA-7480-15A5-1740068C4D1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A01ADF6-1864-19A1-D670-0BB588528D2C}"/>
              </a:ext>
            </a:extLst>
          </p:cNvPr>
          <p:cNvSpPr txBox="1"/>
          <p:nvPr/>
        </p:nvSpPr>
        <p:spPr>
          <a:xfrm>
            <a:off x="1294737" y="684177"/>
            <a:ext cx="9499210" cy="5262979"/>
          </a:xfrm>
          <a:prstGeom prst="rect">
            <a:avLst/>
          </a:prstGeom>
          <a:noFill/>
        </p:spPr>
        <p:txBody>
          <a:bodyPr wrap="square">
            <a:spAutoFit/>
          </a:bodyPr>
          <a:lstStyle/>
          <a:p>
            <a:pPr eaLnBrk="0" fontAlgn="base" hangingPunct="0">
              <a:spcBef>
                <a:spcPct val="0"/>
              </a:spcBef>
              <a:spcAft>
                <a:spcPct val="0"/>
              </a:spcAft>
              <a:buFontTx/>
              <a:buChar char="•"/>
            </a:pPr>
            <a:r>
              <a:rPr lang="en-US" altLang="en-US" sz="2800" dirty="0">
                <a:latin typeface="Calibri" panose="020F0502020204030204" pitchFamily="34" charset="0"/>
                <a:ea typeface="Calibri" panose="020F0502020204030204" pitchFamily="34" charset="0"/>
                <a:cs typeface="Calibri" panose="020F0502020204030204" pitchFamily="34" charset="0"/>
              </a:rPr>
              <a:t>ECG, EDA, respiration, temperature &amp; accelerometer signals are synchronized &amp; combined.</a:t>
            </a:r>
          </a:p>
          <a:p>
            <a:pPr eaLnBrk="0" fontAlgn="base" hangingPunct="0">
              <a:spcBef>
                <a:spcPct val="0"/>
              </a:spcBef>
              <a:spcAft>
                <a:spcPct val="0"/>
              </a:spcAft>
              <a:buFontTx/>
              <a:buChar char="•"/>
            </a:pPr>
            <a:r>
              <a:rPr lang="en-US" altLang="en-US" sz="2800" dirty="0">
                <a:latin typeface="Calibri" panose="020F0502020204030204" pitchFamily="34" charset="0"/>
                <a:ea typeface="Calibri" panose="020F0502020204030204" pitchFamily="34" charset="0"/>
                <a:cs typeface="Calibri" panose="020F0502020204030204" pitchFamily="34" charset="0"/>
              </a:rPr>
              <a:t>Signals are resampled, aligned &amp; windowed into 10-second segments with 50% overlap.</a:t>
            </a:r>
            <a:endParaRPr kumimoji="0" lang="en-US" altLang="en-US" sz="28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Wearable sensor data from the WESAD dataset (chest </a:t>
            </a:r>
            <a:r>
              <a:rPr lang="en-US" altLang="en-US" sz="2800" dirty="0">
                <a:latin typeface="Calibri" panose="020F0502020204030204" pitchFamily="34" charset="0"/>
                <a:ea typeface="Calibri" panose="020F0502020204030204" pitchFamily="34" charset="0"/>
                <a:cs typeface="Calibri" panose="020F0502020204030204" pitchFamily="34" charset="0"/>
              </a:rPr>
              <a:t>&amp; </a:t>
            </a:r>
            <a:r>
              <a:rPr kumimoji="0" lang="en-US" altLang="en-US" sz="28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wrist signals) is used.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Emotion labels are assigned at the window level using a majority-class rule.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 CNN–</a:t>
            </a:r>
            <a:r>
              <a:rPr kumimoji="0" lang="en-US" altLang="en-US" sz="280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BiGRU</a:t>
            </a:r>
            <a:r>
              <a:rPr kumimoji="0" lang="en-US" altLang="en-US" sz="28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–Attention model performs emotion classification.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LOSO cross-validation is used for training and evaluation.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Performance is evaluated using Accuracy and F1-score</a:t>
            </a:r>
            <a:r>
              <a:rPr kumimoji="0" lang="en-US" altLang="en-US" sz="2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26927766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705CA-689C-32DF-308F-B3706D89996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EB2AB0B-CFED-0C73-5F17-D2CED230A0E5}"/>
              </a:ext>
            </a:extLst>
          </p:cNvPr>
          <p:cNvSpPr>
            <a:spLocks noGrp="1"/>
          </p:cNvSpPr>
          <p:nvPr>
            <p:ph type="sldNum" sz="quarter" idx="11"/>
          </p:nvPr>
        </p:nvSpPr>
        <p:spPr/>
        <p:txBody>
          <a:bodyPr/>
          <a:lstStyle/>
          <a:p>
            <a:fld id="{75DF2D63-3FF5-D547-96B9-BE9CCD1ABA58}" type="slidenum">
              <a:rPr lang="en-US" smtClean="0"/>
              <a:pPr/>
              <a:t>12</a:t>
            </a:fld>
            <a:endParaRPr lang="en-US" dirty="0"/>
          </a:p>
        </p:txBody>
      </p:sp>
      <p:sp>
        <p:nvSpPr>
          <p:cNvPr id="17" name="TextBox 16">
            <a:extLst>
              <a:ext uri="{FF2B5EF4-FFF2-40B4-BE49-F238E27FC236}">
                <a16:creationId xmlns:a16="http://schemas.microsoft.com/office/drawing/2014/main" id="{F0BD413D-AEAF-C8B3-AA9E-CFEE6FE49239}"/>
              </a:ext>
            </a:extLst>
          </p:cNvPr>
          <p:cNvSpPr txBox="1"/>
          <p:nvPr/>
        </p:nvSpPr>
        <p:spPr>
          <a:xfrm>
            <a:off x="3010273" y="805292"/>
            <a:ext cx="6171454" cy="594137"/>
          </a:xfrm>
          <a:prstGeom prst="rect">
            <a:avLst/>
          </a:prstGeom>
          <a:noFill/>
        </p:spPr>
        <p:txBody>
          <a:bodyPr wrap="square">
            <a:spAutoFit/>
          </a:bodyPr>
          <a:lstStyle/>
          <a:p>
            <a:pPr marR="0" lvl="0" algn="ctr" defTabSz="914400" rtl="0" eaLnBrk="1" fontAlgn="auto" latinLnBrk="0" hangingPunct="1">
              <a:lnSpc>
                <a:spcPct val="90000"/>
              </a:lnSpc>
              <a:spcBef>
                <a:spcPts val="1000"/>
              </a:spcBef>
              <a:spcAft>
                <a:spcPts val="0"/>
              </a:spcAft>
              <a:buClrTx/>
              <a:buSzTx/>
              <a:tabLst/>
              <a:defRPr/>
            </a:pPr>
            <a:r>
              <a:rPr lang="en-US" sz="3600" dirty="0">
                <a:solidFill>
                  <a:prstClr val="black"/>
                </a:solidFill>
                <a:latin typeface="Aptos" panose="020B0004020202020204" pitchFamily="34" charset="0"/>
                <a:ea typeface="Open Sans Semibold" panose="020B0706030804020204" pitchFamily="34" charset="0"/>
                <a:cs typeface="Open Sans Semibold" panose="020B0706030804020204" pitchFamily="34" charset="0"/>
              </a:rPr>
              <a:t>ML ARCHITECTURE</a:t>
            </a:r>
            <a:endParaRPr kumimoji="0" lang="en-US" sz="3600" i="0" u="none" strike="noStrike" kern="1200" cap="none" spc="0" normalizeH="0" baseline="0" noProof="0" dirty="0">
              <a:ln>
                <a:noFill/>
              </a:ln>
              <a:solidFill>
                <a:prstClr val="black"/>
              </a:solidFill>
              <a:effectLst/>
              <a:uLnTx/>
              <a:uFillTx/>
              <a:latin typeface="Aptos" panose="020B0004020202020204" pitchFamily="34" charset="0"/>
              <a:ea typeface="Open Sans Semibold" panose="020B0706030804020204" pitchFamily="34" charset="0"/>
              <a:cs typeface="Open Sans Semibold" panose="020B0706030804020204" pitchFamily="34" charset="0"/>
            </a:endParaRPr>
          </a:p>
        </p:txBody>
      </p:sp>
      <p:pic>
        <p:nvPicPr>
          <p:cNvPr id="3" name="Picture 2" descr="A diagram of a computer model&#10;&#10;AI-generated content may be incorrect.">
            <a:extLst>
              <a:ext uri="{FF2B5EF4-FFF2-40B4-BE49-F238E27FC236}">
                <a16:creationId xmlns:a16="http://schemas.microsoft.com/office/drawing/2014/main" id="{E50859BA-7726-1230-CB90-7B9C16761CC8}"/>
              </a:ext>
            </a:extLst>
          </p:cNvPr>
          <p:cNvPicPr>
            <a:picLocks noChangeAspect="1"/>
          </p:cNvPicPr>
          <p:nvPr/>
        </p:nvPicPr>
        <p:blipFill>
          <a:blip r:embed="rId2"/>
          <a:stretch>
            <a:fillRect/>
          </a:stretch>
        </p:blipFill>
        <p:spPr>
          <a:xfrm>
            <a:off x="2860894" y="1722737"/>
            <a:ext cx="6721821" cy="4481214"/>
          </a:xfrm>
          <a:prstGeom prst="rect">
            <a:avLst/>
          </a:prstGeom>
        </p:spPr>
      </p:pic>
    </p:spTree>
    <p:extLst>
      <p:ext uri="{BB962C8B-B14F-4D97-AF65-F5344CB8AC3E}">
        <p14:creationId xmlns:p14="http://schemas.microsoft.com/office/powerpoint/2010/main" val="5428160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96B58-52AD-199C-434E-110E2F75964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694AFFC-B7CF-0327-7B2F-9D6C66348DD0}"/>
              </a:ext>
            </a:extLst>
          </p:cNvPr>
          <p:cNvSpPr>
            <a:spLocks noGrp="1"/>
          </p:cNvSpPr>
          <p:nvPr>
            <p:ph type="sldNum" sz="quarter" idx="11"/>
          </p:nvPr>
        </p:nvSpPr>
        <p:spPr/>
        <p:txBody>
          <a:bodyPr/>
          <a:lstStyle/>
          <a:p>
            <a:fld id="{75DF2D63-3FF5-D547-96B9-BE9CCD1ABA58}" type="slidenum">
              <a:rPr lang="en-US" smtClean="0"/>
              <a:pPr/>
              <a:t>13</a:t>
            </a:fld>
            <a:endParaRPr lang="en-US" dirty="0"/>
          </a:p>
        </p:txBody>
      </p:sp>
      <p:sp>
        <p:nvSpPr>
          <p:cNvPr id="17" name="TextBox 16">
            <a:extLst>
              <a:ext uri="{FF2B5EF4-FFF2-40B4-BE49-F238E27FC236}">
                <a16:creationId xmlns:a16="http://schemas.microsoft.com/office/drawing/2014/main" id="{D3C10C71-602D-5170-7ED8-97F3638F471C}"/>
              </a:ext>
            </a:extLst>
          </p:cNvPr>
          <p:cNvSpPr txBox="1"/>
          <p:nvPr/>
        </p:nvSpPr>
        <p:spPr>
          <a:xfrm>
            <a:off x="649224" y="859614"/>
            <a:ext cx="6171454" cy="594137"/>
          </a:xfrm>
          <a:prstGeom prst="rect">
            <a:avLst/>
          </a:prstGeom>
          <a:noFill/>
        </p:spPr>
        <p:txBody>
          <a:bodyPr wrap="square">
            <a:spAutoFit/>
          </a:bodyPr>
          <a:lstStyle/>
          <a:p>
            <a:pPr marR="0" lvl="0" algn="l" defTabSz="914400" rtl="0" eaLnBrk="1" fontAlgn="auto" latinLnBrk="0" hangingPunct="1">
              <a:lnSpc>
                <a:spcPct val="90000"/>
              </a:lnSpc>
              <a:spcBef>
                <a:spcPts val="1000"/>
              </a:spcBef>
              <a:spcAft>
                <a:spcPts val="0"/>
              </a:spcAft>
              <a:buClrTx/>
              <a:buSzTx/>
              <a:tabLst/>
              <a:defRPr/>
            </a:pPr>
            <a:r>
              <a:rPr lang="en-US" sz="3600" dirty="0">
                <a:solidFill>
                  <a:prstClr val="black"/>
                </a:solidFill>
                <a:latin typeface="Aptos" panose="020B0004020202020204" pitchFamily="34" charset="0"/>
                <a:ea typeface="Open Sans Semibold" panose="020B0706030804020204" pitchFamily="34" charset="0"/>
                <a:cs typeface="Open Sans Semibold" panose="020B0706030804020204" pitchFamily="34" charset="0"/>
              </a:rPr>
              <a:t>RESULTS</a:t>
            </a:r>
            <a:endParaRPr kumimoji="0" lang="en-US" sz="3600" i="0" u="none" strike="noStrike" kern="1200" cap="none" spc="0" normalizeH="0" baseline="0" noProof="0" dirty="0">
              <a:ln>
                <a:noFill/>
              </a:ln>
              <a:solidFill>
                <a:prstClr val="black"/>
              </a:solidFill>
              <a:effectLst/>
              <a:uLnTx/>
              <a:uFillTx/>
              <a:latin typeface="Aptos" panose="020B0004020202020204" pitchFamily="34" charset="0"/>
              <a:ea typeface="Open Sans Semibold" panose="020B0706030804020204" pitchFamily="34" charset="0"/>
              <a:cs typeface="Open Sans Semibold" panose="020B0706030804020204" pitchFamily="34" charset="0"/>
            </a:endParaRPr>
          </a:p>
        </p:txBody>
      </p:sp>
      <p:pic>
        <p:nvPicPr>
          <p:cNvPr id="2" name="Picture 1">
            <a:extLst>
              <a:ext uri="{FF2B5EF4-FFF2-40B4-BE49-F238E27FC236}">
                <a16:creationId xmlns:a16="http://schemas.microsoft.com/office/drawing/2014/main" id="{871F937C-72E6-C0E9-87EF-4DE5F0EE83AD}"/>
              </a:ext>
            </a:extLst>
          </p:cNvPr>
          <p:cNvPicPr>
            <a:picLocks noChangeAspect="1"/>
          </p:cNvPicPr>
          <p:nvPr/>
        </p:nvPicPr>
        <p:blipFill>
          <a:blip r:embed="rId2"/>
          <a:stretch>
            <a:fillRect/>
          </a:stretch>
        </p:blipFill>
        <p:spPr>
          <a:xfrm>
            <a:off x="877824" y="1590300"/>
            <a:ext cx="3866192" cy="2404902"/>
          </a:xfrm>
          <a:prstGeom prst="rect">
            <a:avLst/>
          </a:prstGeom>
        </p:spPr>
      </p:pic>
      <p:pic>
        <p:nvPicPr>
          <p:cNvPr id="3" name="Picture 2">
            <a:extLst>
              <a:ext uri="{FF2B5EF4-FFF2-40B4-BE49-F238E27FC236}">
                <a16:creationId xmlns:a16="http://schemas.microsoft.com/office/drawing/2014/main" id="{9B31A77B-B3C9-DEA7-6B3D-01FFC57C2823}"/>
              </a:ext>
            </a:extLst>
          </p:cNvPr>
          <p:cNvPicPr>
            <a:picLocks noChangeAspect="1"/>
          </p:cNvPicPr>
          <p:nvPr/>
        </p:nvPicPr>
        <p:blipFill>
          <a:blip r:embed="rId3"/>
          <a:stretch>
            <a:fillRect/>
          </a:stretch>
        </p:blipFill>
        <p:spPr>
          <a:xfrm>
            <a:off x="5866303" y="1571533"/>
            <a:ext cx="3458767" cy="2423669"/>
          </a:xfrm>
          <a:prstGeom prst="rect">
            <a:avLst/>
          </a:prstGeom>
        </p:spPr>
      </p:pic>
      <p:pic>
        <p:nvPicPr>
          <p:cNvPr id="5" name="Picture 4">
            <a:extLst>
              <a:ext uri="{FF2B5EF4-FFF2-40B4-BE49-F238E27FC236}">
                <a16:creationId xmlns:a16="http://schemas.microsoft.com/office/drawing/2014/main" id="{12757726-863A-9339-74D9-B8185E72CBD4}"/>
              </a:ext>
            </a:extLst>
          </p:cNvPr>
          <p:cNvPicPr>
            <a:picLocks noChangeAspect="1"/>
          </p:cNvPicPr>
          <p:nvPr/>
        </p:nvPicPr>
        <p:blipFill>
          <a:blip r:embed="rId4"/>
          <a:stretch>
            <a:fillRect/>
          </a:stretch>
        </p:blipFill>
        <p:spPr>
          <a:xfrm>
            <a:off x="1444688" y="3995202"/>
            <a:ext cx="3393040" cy="2003184"/>
          </a:xfrm>
          <a:prstGeom prst="rect">
            <a:avLst/>
          </a:prstGeom>
        </p:spPr>
      </p:pic>
      <p:pic>
        <p:nvPicPr>
          <p:cNvPr id="6" name="Picture 5">
            <a:extLst>
              <a:ext uri="{FF2B5EF4-FFF2-40B4-BE49-F238E27FC236}">
                <a16:creationId xmlns:a16="http://schemas.microsoft.com/office/drawing/2014/main" id="{23951F76-856A-12ED-91CE-C9847FBA45B5}"/>
              </a:ext>
            </a:extLst>
          </p:cNvPr>
          <p:cNvPicPr>
            <a:picLocks noChangeAspect="1"/>
          </p:cNvPicPr>
          <p:nvPr/>
        </p:nvPicPr>
        <p:blipFill>
          <a:blip r:embed="rId5"/>
          <a:stretch>
            <a:fillRect/>
          </a:stretch>
        </p:blipFill>
        <p:spPr>
          <a:xfrm>
            <a:off x="5866303" y="3995202"/>
            <a:ext cx="3411302" cy="2003184"/>
          </a:xfrm>
          <a:prstGeom prst="rect">
            <a:avLst/>
          </a:prstGeom>
        </p:spPr>
      </p:pic>
    </p:spTree>
    <p:extLst>
      <p:ext uri="{BB962C8B-B14F-4D97-AF65-F5344CB8AC3E}">
        <p14:creationId xmlns:p14="http://schemas.microsoft.com/office/powerpoint/2010/main" val="36993088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4ACAD-3BCF-2D6C-BF17-0E4A8E42C33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2DD5622-83AC-239B-61D9-5E1C9A745CB9}"/>
              </a:ext>
            </a:extLst>
          </p:cNvPr>
          <p:cNvSpPr>
            <a:spLocks noGrp="1"/>
          </p:cNvSpPr>
          <p:nvPr>
            <p:ph type="sldNum" sz="quarter" idx="11"/>
          </p:nvPr>
        </p:nvSpPr>
        <p:spPr/>
        <p:txBody>
          <a:bodyPr/>
          <a:lstStyle/>
          <a:p>
            <a:fld id="{75DF2D63-3FF5-D547-96B9-BE9CCD1ABA58}" type="slidenum">
              <a:rPr lang="en-US" smtClean="0"/>
              <a:pPr/>
              <a:t>14</a:t>
            </a:fld>
            <a:endParaRPr lang="en-US" dirty="0"/>
          </a:p>
        </p:txBody>
      </p:sp>
      <p:sp>
        <p:nvSpPr>
          <p:cNvPr id="17" name="TextBox 16">
            <a:extLst>
              <a:ext uri="{FF2B5EF4-FFF2-40B4-BE49-F238E27FC236}">
                <a16:creationId xmlns:a16="http://schemas.microsoft.com/office/drawing/2014/main" id="{993F5D7B-0071-FA33-069A-35979EC16AB9}"/>
              </a:ext>
            </a:extLst>
          </p:cNvPr>
          <p:cNvSpPr txBox="1"/>
          <p:nvPr/>
        </p:nvSpPr>
        <p:spPr>
          <a:xfrm>
            <a:off x="649224" y="859614"/>
            <a:ext cx="6171454" cy="594137"/>
          </a:xfrm>
          <a:prstGeom prst="rect">
            <a:avLst/>
          </a:prstGeom>
          <a:noFill/>
        </p:spPr>
        <p:txBody>
          <a:bodyPr wrap="square">
            <a:spAutoFit/>
          </a:bodyPr>
          <a:lstStyle/>
          <a:p>
            <a:pPr marR="0" lvl="0" algn="l" defTabSz="914400" rtl="0" eaLnBrk="1" fontAlgn="auto" latinLnBrk="0" hangingPunct="1">
              <a:lnSpc>
                <a:spcPct val="90000"/>
              </a:lnSpc>
              <a:spcBef>
                <a:spcPts val="1000"/>
              </a:spcBef>
              <a:spcAft>
                <a:spcPts val="0"/>
              </a:spcAft>
              <a:buClrTx/>
              <a:buSzTx/>
              <a:tabLst/>
              <a:defRPr/>
            </a:pPr>
            <a:r>
              <a:rPr lang="en-US" sz="3600" dirty="0">
                <a:solidFill>
                  <a:prstClr val="black"/>
                </a:solidFill>
                <a:latin typeface="Aptos" panose="020B0004020202020204" pitchFamily="34" charset="0"/>
                <a:ea typeface="Open Sans Semibold" panose="020B0706030804020204" pitchFamily="34" charset="0"/>
                <a:cs typeface="Open Sans Semibold" panose="020B0706030804020204" pitchFamily="34" charset="0"/>
              </a:rPr>
              <a:t>DISCUSSION</a:t>
            </a:r>
            <a:endParaRPr kumimoji="0" lang="en-US" sz="3600" i="0" u="none" strike="noStrike" kern="1200" cap="none" spc="0" normalizeH="0" baseline="0" noProof="0" dirty="0">
              <a:ln>
                <a:noFill/>
              </a:ln>
              <a:solidFill>
                <a:prstClr val="black"/>
              </a:solidFill>
              <a:effectLst/>
              <a:uLnTx/>
              <a:uFillTx/>
              <a:latin typeface="Aptos" panose="020B0004020202020204" pitchFamily="34" charset="0"/>
              <a:ea typeface="Open Sans Semibold" panose="020B0706030804020204" pitchFamily="34" charset="0"/>
              <a:cs typeface="Open Sans Semibold" panose="020B0706030804020204" pitchFamily="34" charset="0"/>
            </a:endParaRPr>
          </a:p>
        </p:txBody>
      </p:sp>
      <p:sp>
        <p:nvSpPr>
          <p:cNvPr id="9" name="TextBox 8">
            <a:extLst>
              <a:ext uri="{FF2B5EF4-FFF2-40B4-BE49-F238E27FC236}">
                <a16:creationId xmlns:a16="http://schemas.microsoft.com/office/drawing/2014/main" id="{BB0ECB84-CF80-4F26-D162-CA77BD1B34BC}"/>
              </a:ext>
            </a:extLst>
          </p:cNvPr>
          <p:cNvSpPr txBox="1"/>
          <p:nvPr/>
        </p:nvSpPr>
        <p:spPr>
          <a:xfrm>
            <a:off x="921009" y="1782347"/>
            <a:ext cx="10349981" cy="3477875"/>
          </a:xfrm>
          <a:prstGeom prst="rect">
            <a:avLst/>
          </a:prstGeom>
          <a:noFill/>
        </p:spPr>
        <p:txBody>
          <a:bodyPr wrap="square">
            <a:spAutoFit/>
          </a:bodyPr>
          <a:lstStyle/>
          <a:p>
            <a:pPr marL="285750" indent="-285750">
              <a:buFont typeface="Wingdings" panose="05000000000000000000" pitchFamily="2" charset="2"/>
              <a:buChar char="§"/>
            </a:pPr>
            <a:r>
              <a:rPr lang="en-US" sz="2200" dirty="0">
                <a:latin typeface="Calibri" panose="020F0502020204030204" pitchFamily="34" charset="0"/>
                <a:ea typeface="Calibri" panose="020F0502020204030204" pitchFamily="34" charset="0"/>
                <a:cs typeface="Calibri" panose="020F0502020204030204" pitchFamily="34" charset="0"/>
              </a:rPr>
              <a:t>The experimental analysis shows that deep learning models are well-suited for wearable sensor time-series data, which is complex and highly variable across subjects.</a:t>
            </a:r>
          </a:p>
          <a:p>
            <a:pPr marL="285750" indent="-285750">
              <a:buFont typeface="Wingdings" panose="05000000000000000000" pitchFamily="2" charset="2"/>
              <a:buChar char="§"/>
            </a:pPr>
            <a:r>
              <a:rPr lang="en-US" sz="2200" dirty="0">
                <a:latin typeface="Calibri" panose="020F0502020204030204" pitchFamily="34" charset="0"/>
                <a:ea typeface="Calibri" panose="020F0502020204030204" pitchFamily="34" charset="0"/>
                <a:cs typeface="Calibri" panose="020F0502020204030204" pitchFamily="34" charset="0"/>
              </a:rPr>
              <a:t>The CNN component effectively captures local temporal patterns from physiological signals, while </a:t>
            </a:r>
            <a:r>
              <a:rPr lang="en-US" sz="2200" dirty="0" err="1">
                <a:latin typeface="Calibri" panose="020F0502020204030204" pitchFamily="34" charset="0"/>
                <a:ea typeface="Calibri" panose="020F0502020204030204" pitchFamily="34" charset="0"/>
                <a:cs typeface="Calibri" panose="020F0502020204030204" pitchFamily="34" charset="0"/>
              </a:rPr>
              <a:t>BiGRU</a:t>
            </a:r>
            <a:r>
              <a:rPr lang="en-US" sz="2200" dirty="0">
                <a:latin typeface="Calibri" panose="020F0502020204030204" pitchFamily="34" charset="0"/>
                <a:ea typeface="Calibri" panose="020F0502020204030204" pitchFamily="34" charset="0"/>
                <a:cs typeface="Calibri" panose="020F0502020204030204" pitchFamily="34" charset="0"/>
              </a:rPr>
              <a:t> layers model long-term dependencies in both directions.</a:t>
            </a:r>
          </a:p>
          <a:p>
            <a:pPr marL="285750" indent="-285750">
              <a:buFont typeface="Wingdings" panose="05000000000000000000" pitchFamily="2" charset="2"/>
              <a:buChar char="§"/>
            </a:pPr>
            <a:r>
              <a:rPr lang="en-US" sz="2200" dirty="0">
                <a:latin typeface="Calibri" panose="020F0502020204030204" pitchFamily="34" charset="0"/>
                <a:ea typeface="Calibri" panose="020F0502020204030204" pitchFamily="34" charset="0"/>
                <a:cs typeface="Calibri" panose="020F0502020204030204" pitchFamily="34" charset="0"/>
              </a:rPr>
              <a:t>The inclusion of a self-attention mechanism improves the model’s ability to focus on informative signal segments relevant to emotional states.</a:t>
            </a:r>
          </a:p>
          <a:p>
            <a:pPr marL="285750" indent="-285750">
              <a:buFont typeface="Wingdings" panose="05000000000000000000" pitchFamily="2" charset="2"/>
              <a:buChar char="§"/>
            </a:pPr>
            <a:r>
              <a:rPr lang="en-US" sz="2200" dirty="0">
                <a:latin typeface="Calibri" panose="020F0502020204030204" pitchFamily="34" charset="0"/>
                <a:ea typeface="Calibri" panose="020F0502020204030204" pitchFamily="34" charset="0"/>
                <a:cs typeface="Calibri" panose="020F0502020204030204" pitchFamily="34" charset="0"/>
              </a:rPr>
              <a:t>LOSO cross-validation ensures subject-independent evaluation, making the results more reliable for real-world wearable applications.</a:t>
            </a:r>
          </a:p>
          <a:p>
            <a:pPr marL="285750" indent="-285750">
              <a:buFont typeface="Wingdings" panose="05000000000000000000" pitchFamily="2" charset="2"/>
              <a:buChar char="§"/>
            </a:pPr>
            <a:r>
              <a:rPr lang="en-US" sz="2200" dirty="0">
                <a:latin typeface="Calibri" panose="020F0502020204030204" pitchFamily="34" charset="0"/>
                <a:ea typeface="Calibri" panose="020F0502020204030204" pitchFamily="34" charset="0"/>
                <a:cs typeface="Calibri" panose="020F0502020204030204" pitchFamily="34" charset="0"/>
              </a:rPr>
              <a:t>The study highlights that model architecture and temporal modeling play a more critical role than simple preprocessing techniques in emotion recognition tasks.</a:t>
            </a:r>
            <a:endParaRPr lang="en-IN" sz="22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704205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CB4E4-1205-38E1-4B8E-A1F9D8EBA4A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85922C2-0519-EBB5-811B-967F9F84BBA4}"/>
              </a:ext>
            </a:extLst>
          </p:cNvPr>
          <p:cNvSpPr>
            <a:spLocks noGrp="1"/>
          </p:cNvSpPr>
          <p:nvPr>
            <p:ph type="sldNum" sz="quarter" idx="11"/>
          </p:nvPr>
        </p:nvSpPr>
        <p:spPr/>
        <p:txBody>
          <a:bodyPr/>
          <a:lstStyle/>
          <a:p>
            <a:fld id="{75DF2D63-3FF5-D547-96B9-BE9CCD1ABA58}" type="slidenum">
              <a:rPr lang="en-US" smtClean="0"/>
              <a:pPr/>
              <a:t>15</a:t>
            </a:fld>
            <a:endParaRPr lang="en-US" dirty="0"/>
          </a:p>
        </p:txBody>
      </p:sp>
      <p:sp>
        <p:nvSpPr>
          <p:cNvPr id="17" name="TextBox 16">
            <a:extLst>
              <a:ext uri="{FF2B5EF4-FFF2-40B4-BE49-F238E27FC236}">
                <a16:creationId xmlns:a16="http://schemas.microsoft.com/office/drawing/2014/main" id="{DDF15F1D-BB6B-C375-9BE3-13A105F38BD7}"/>
              </a:ext>
            </a:extLst>
          </p:cNvPr>
          <p:cNvSpPr txBox="1"/>
          <p:nvPr/>
        </p:nvSpPr>
        <p:spPr>
          <a:xfrm>
            <a:off x="649224" y="859614"/>
            <a:ext cx="6171454" cy="594137"/>
          </a:xfrm>
          <a:prstGeom prst="rect">
            <a:avLst/>
          </a:prstGeom>
          <a:noFill/>
        </p:spPr>
        <p:txBody>
          <a:bodyPr wrap="square">
            <a:spAutoFit/>
          </a:bodyPr>
          <a:lstStyle/>
          <a:p>
            <a:pPr marR="0" lvl="0" algn="l" defTabSz="914400" rtl="0" eaLnBrk="1" fontAlgn="auto" latinLnBrk="0" hangingPunct="1">
              <a:lnSpc>
                <a:spcPct val="90000"/>
              </a:lnSpc>
              <a:spcBef>
                <a:spcPts val="1000"/>
              </a:spcBef>
              <a:spcAft>
                <a:spcPts val="0"/>
              </a:spcAft>
              <a:buClrTx/>
              <a:buSzTx/>
              <a:tabLst/>
              <a:defRPr/>
            </a:pPr>
            <a:r>
              <a:rPr lang="en-US" sz="3600" dirty="0">
                <a:solidFill>
                  <a:prstClr val="black"/>
                </a:solidFill>
                <a:latin typeface="Aptos" panose="020B0004020202020204" pitchFamily="34" charset="0"/>
                <a:ea typeface="Open Sans Semibold" panose="020B0706030804020204" pitchFamily="34" charset="0"/>
                <a:cs typeface="Open Sans Semibold" panose="020B0706030804020204" pitchFamily="34" charset="0"/>
              </a:rPr>
              <a:t>COMPARATIVE ANALYSIS</a:t>
            </a:r>
            <a:endParaRPr kumimoji="0" lang="en-US" sz="3600" i="0" u="none" strike="noStrike" kern="1200" cap="none" spc="0" normalizeH="0" baseline="0" noProof="0" dirty="0">
              <a:ln>
                <a:noFill/>
              </a:ln>
              <a:solidFill>
                <a:prstClr val="black"/>
              </a:solidFill>
              <a:effectLst/>
              <a:uLnTx/>
              <a:uFillTx/>
              <a:latin typeface="Aptos" panose="020B0004020202020204" pitchFamily="34" charset="0"/>
              <a:ea typeface="Open Sans Semibold" panose="020B0706030804020204" pitchFamily="34" charset="0"/>
              <a:cs typeface="Open Sans Semibold" panose="020B0706030804020204" pitchFamily="34" charset="0"/>
            </a:endParaRPr>
          </a:p>
        </p:txBody>
      </p:sp>
      <p:graphicFrame>
        <p:nvGraphicFramePr>
          <p:cNvPr id="2" name="Table 1">
            <a:extLst>
              <a:ext uri="{FF2B5EF4-FFF2-40B4-BE49-F238E27FC236}">
                <a16:creationId xmlns:a16="http://schemas.microsoft.com/office/drawing/2014/main" id="{685CF7E6-903E-3668-B907-424DFE63EE6D}"/>
              </a:ext>
            </a:extLst>
          </p:cNvPr>
          <p:cNvGraphicFramePr>
            <a:graphicFrameLocks noGrp="1"/>
          </p:cNvGraphicFramePr>
          <p:nvPr>
            <p:extLst>
              <p:ext uri="{D42A27DB-BD31-4B8C-83A1-F6EECF244321}">
                <p14:modId xmlns:p14="http://schemas.microsoft.com/office/powerpoint/2010/main" val="1112488230"/>
              </p:ext>
            </p:extLst>
          </p:nvPr>
        </p:nvGraphicFramePr>
        <p:xfrm>
          <a:off x="1342053" y="1968457"/>
          <a:ext cx="9821862" cy="3840480"/>
        </p:xfrm>
        <a:graphic>
          <a:graphicData uri="http://schemas.openxmlformats.org/drawingml/2006/table">
            <a:tbl>
              <a:tblPr>
                <a:tableStyleId>{616DA210-FB5B-4158-B5E0-FEB733F419BA}</a:tableStyleId>
              </a:tblPr>
              <a:tblGrid>
                <a:gridCol w="2735424">
                  <a:extLst>
                    <a:ext uri="{9D8B030D-6E8A-4147-A177-3AD203B41FA5}">
                      <a16:colId xmlns:a16="http://schemas.microsoft.com/office/drawing/2014/main" val="3563211016"/>
                    </a:ext>
                  </a:extLst>
                </a:gridCol>
                <a:gridCol w="3812484">
                  <a:extLst>
                    <a:ext uri="{9D8B030D-6E8A-4147-A177-3AD203B41FA5}">
                      <a16:colId xmlns:a16="http://schemas.microsoft.com/office/drawing/2014/main" val="2656210008"/>
                    </a:ext>
                  </a:extLst>
                </a:gridCol>
                <a:gridCol w="3273954">
                  <a:extLst>
                    <a:ext uri="{9D8B030D-6E8A-4147-A177-3AD203B41FA5}">
                      <a16:colId xmlns:a16="http://schemas.microsoft.com/office/drawing/2014/main" val="883181775"/>
                    </a:ext>
                  </a:extLst>
                </a:gridCol>
              </a:tblGrid>
              <a:tr h="0">
                <a:tc>
                  <a:txBody>
                    <a:bodyPr/>
                    <a:lstStyle/>
                    <a:p>
                      <a:pPr>
                        <a:buNone/>
                      </a:pPr>
                      <a:r>
                        <a:rPr lang="en-IN" b="1" dirty="0">
                          <a:latin typeface="Calibri" panose="020F0502020204030204" pitchFamily="34" charset="0"/>
                          <a:ea typeface="Calibri" panose="020F0502020204030204" pitchFamily="34" charset="0"/>
                          <a:cs typeface="Calibri" panose="020F0502020204030204" pitchFamily="34" charset="0"/>
                        </a:rPr>
                        <a:t>Category</a:t>
                      </a:r>
                      <a:endParaRPr lang="en-IN"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IN" b="1" dirty="0">
                          <a:latin typeface="Calibri" panose="020F0502020204030204" pitchFamily="34" charset="0"/>
                          <a:ea typeface="Calibri" panose="020F0502020204030204" pitchFamily="34" charset="0"/>
                          <a:cs typeface="Calibri" panose="020F0502020204030204" pitchFamily="34" charset="0"/>
                        </a:rPr>
                        <a:t>Traditional ML Models</a:t>
                      </a:r>
                      <a:endParaRPr lang="en-IN"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IN" b="1">
                          <a:latin typeface="Calibri" panose="020F0502020204030204" pitchFamily="34" charset="0"/>
                          <a:ea typeface="Calibri" panose="020F0502020204030204" pitchFamily="34" charset="0"/>
                          <a:cs typeface="Calibri" panose="020F0502020204030204" pitchFamily="34" charset="0"/>
                        </a:rPr>
                        <a:t>Proposed Deep Learning Model</a:t>
                      </a:r>
                      <a:endParaRPr lang="en-IN">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19192331"/>
                  </a:ext>
                </a:extLst>
              </a:tr>
              <a:tr h="0">
                <a:tc>
                  <a:txBody>
                    <a:bodyPr/>
                    <a:lstStyle/>
                    <a:p>
                      <a:pPr>
                        <a:buNone/>
                      </a:pPr>
                      <a:r>
                        <a:rPr lang="en-IN" b="1" dirty="0">
                          <a:latin typeface="Calibri" panose="020F0502020204030204" pitchFamily="34" charset="0"/>
                          <a:ea typeface="Calibri" panose="020F0502020204030204" pitchFamily="34" charset="0"/>
                          <a:cs typeface="Calibri" panose="020F0502020204030204" pitchFamily="34" charset="0"/>
                        </a:rPr>
                        <a:t>Accuracy</a:t>
                      </a:r>
                      <a:endParaRPr lang="en-IN"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IN">
                          <a:latin typeface="Calibri" panose="020F0502020204030204" pitchFamily="34" charset="0"/>
                          <a:ea typeface="Calibri" panose="020F0502020204030204" pitchFamily="34" charset="0"/>
                          <a:cs typeface="Calibri" panose="020F0502020204030204" pitchFamily="34" charset="0"/>
                        </a:rPr>
                        <a:t>Moderate</a:t>
                      </a:r>
                    </a:p>
                  </a:txBody>
                  <a:tcPr anchor="ctr"/>
                </a:tc>
                <a:tc>
                  <a:txBody>
                    <a:bodyPr/>
                    <a:lstStyle/>
                    <a:p>
                      <a:pPr>
                        <a:buNone/>
                      </a:pPr>
                      <a:r>
                        <a:rPr lang="en-IN">
                          <a:latin typeface="Calibri" panose="020F0502020204030204" pitchFamily="34" charset="0"/>
                          <a:ea typeface="Calibri" panose="020F0502020204030204" pitchFamily="34" charset="0"/>
                          <a:cs typeface="Calibri" panose="020F0502020204030204" pitchFamily="34" charset="0"/>
                        </a:rPr>
                        <a:t>High</a:t>
                      </a:r>
                    </a:p>
                  </a:txBody>
                  <a:tcPr anchor="ctr"/>
                </a:tc>
                <a:extLst>
                  <a:ext uri="{0D108BD9-81ED-4DB2-BD59-A6C34878D82A}">
                    <a16:rowId xmlns:a16="http://schemas.microsoft.com/office/drawing/2014/main" val="1878735167"/>
                  </a:ext>
                </a:extLst>
              </a:tr>
              <a:tr h="0">
                <a:tc>
                  <a:txBody>
                    <a:bodyPr/>
                    <a:lstStyle/>
                    <a:p>
                      <a:pPr>
                        <a:buNone/>
                      </a:pPr>
                      <a:r>
                        <a:rPr lang="en-IN" b="1" dirty="0">
                          <a:latin typeface="Calibri" panose="020F0502020204030204" pitchFamily="34" charset="0"/>
                          <a:ea typeface="Calibri" panose="020F0502020204030204" pitchFamily="34" charset="0"/>
                          <a:cs typeface="Calibri" panose="020F0502020204030204" pitchFamily="34" charset="0"/>
                        </a:rPr>
                        <a:t>Feature Handling</a:t>
                      </a:r>
                      <a:endParaRPr lang="en-IN"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IN">
                          <a:latin typeface="Calibri" panose="020F0502020204030204" pitchFamily="34" charset="0"/>
                          <a:ea typeface="Calibri" panose="020F0502020204030204" pitchFamily="34" charset="0"/>
                          <a:cs typeface="Calibri" panose="020F0502020204030204" pitchFamily="34" charset="0"/>
                        </a:rPr>
                        <a:t>Requires manual feature extraction</a:t>
                      </a:r>
                    </a:p>
                  </a:txBody>
                  <a:tcPr anchor="ctr"/>
                </a:tc>
                <a:tc>
                  <a:txBody>
                    <a:bodyPr/>
                    <a:lstStyle/>
                    <a:p>
                      <a:pPr>
                        <a:buNone/>
                      </a:pPr>
                      <a:r>
                        <a:rPr lang="en-IN">
                          <a:latin typeface="Calibri" panose="020F0502020204030204" pitchFamily="34" charset="0"/>
                          <a:ea typeface="Calibri" panose="020F0502020204030204" pitchFamily="34" charset="0"/>
                          <a:cs typeface="Calibri" panose="020F0502020204030204" pitchFamily="34" charset="0"/>
                        </a:rPr>
                        <a:t>Automatic feature learning</a:t>
                      </a:r>
                    </a:p>
                  </a:txBody>
                  <a:tcPr anchor="ctr"/>
                </a:tc>
                <a:extLst>
                  <a:ext uri="{0D108BD9-81ED-4DB2-BD59-A6C34878D82A}">
                    <a16:rowId xmlns:a16="http://schemas.microsoft.com/office/drawing/2014/main" val="2876929766"/>
                  </a:ext>
                </a:extLst>
              </a:tr>
              <a:tr h="0">
                <a:tc>
                  <a:txBody>
                    <a:bodyPr/>
                    <a:lstStyle/>
                    <a:p>
                      <a:pPr>
                        <a:buNone/>
                      </a:pPr>
                      <a:r>
                        <a:rPr lang="en-IN" b="1" dirty="0">
                          <a:latin typeface="Calibri" panose="020F0502020204030204" pitchFamily="34" charset="0"/>
                          <a:ea typeface="Calibri" panose="020F0502020204030204" pitchFamily="34" charset="0"/>
                          <a:cs typeface="Calibri" panose="020F0502020204030204" pitchFamily="34" charset="0"/>
                        </a:rPr>
                        <a:t>Temporal Modeling</a:t>
                      </a:r>
                      <a:endParaRPr lang="en-IN"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IN" dirty="0">
                          <a:latin typeface="Calibri" panose="020F0502020204030204" pitchFamily="34" charset="0"/>
                          <a:ea typeface="Calibri" panose="020F0502020204030204" pitchFamily="34" charset="0"/>
                          <a:cs typeface="Calibri" panose="020F0502020204030204" pitchFamily="34" charset="0"/>
                        </a:rPr>
                        <a:t>Limited</a:t>
                      </a:r>
                    </a:p>
                  </a:txBody>
                  <a:tcPr anchor="ctr"/>
                </a:tc>
                <a:tc>
                  <a:txBody>
                    <a:bodyPr/>
                    <a:lstStyle/>
                    <a:p>
                      <a:pPr>
                        <a:buNone/>
                      </a:pPr>
                      <a:r>
                        <a:rPr lang="en-IN" dirty="0">
                          <a:latin typeface="Calibri" panose="020F0502020204030204" pitchFamily="34" charset="0"/>
                          <a:ea typeface="Calibri" panose="020F0502020204030204" pitchFamily="34" charset="0"/>
                          <a:cs typeface="Calibri" panose="020F0502020204030204" pitchFamily="34" charset="0"/>
                        </a:rPr>
                        <a:t>Strong (captures long-term dependencies)</a:t>
                      </a:r>
                    </a:p>
                  </a:txBody>
                  <a:tcPr anchor="ctr"/>
                </a:tc>
                <a:extLst>
                  <a:ext uri="{0D108BD9-81ED-4DB2-BD59-A6C34878D82A}">
                    <a16:rowId xmlns:a16="http://schemas.microsoft.com/office/drawing/2014/main" val="1491879769"/>
                  </a:ext>
                </a:extLst>
              </a:tr>
              <a:tr h="0">
                <a:tc>
                  <a:txBody>
                    <a:bodyPr/>
                    <a:lstStyle/>
                    <a:p>
                      <a:pPr>
                        <a:buNone/>
                      </a:pPr>
                      <a:r>
                        <a:rPr lang="en-IN" b="1">
                          <a:latin typeface="Calibri" panose="020F0502020204030204" pitchFamily="34" charset="0"/>
                          <a:ea typeface="Calibri" panose="020F0502020204030204" pitchFamily="34" charset="0"/>
                          <a:cs typeface="Calibri" panose="020F0502020204030204" pitchFamily="34" charset="0"/>
                        </a:rPr>
                        <a:t>Interpretability</a:t>
                      </a:r>
                      <a:endParaRPr lang="en-IN">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IN" dirty="0">
                          <a:latin typeface="Calibri" panose="020F0502020204030204" pitchFamily="34" charset="0"/>
                          <a:ea typeface="Calibri" panose="020F0502020204030204" pitchFamily="34" charset="0"/>
                          <a:cs typeface="Calibri" panose="020F0502020204030204" pitchFamily="34" charset="0"/>
                        </a:rPr>
                        <a:t>High</a:t>
                      </a:r>
                    </a:p>
                  </a:txBody>
                  <a:tcPr anchor="ctr"/>
                </a:tc>
                <a:tc>
                  <a:txBody>
                    <a:bodyPr/>
                    <a:lstStyle/>
                    <a:p>
                      <a:pPr>
                        <a:buNone/>
                      </a:pPr>
                      <a:r>
                        <a:rPr lang="en-IN">
                          <a:latin typeface="Calibri" panose="020F0502020204030204" pitchFamily="34" charset="0"/>
                          <a:ea typeface="Calibri" panose="020F0502020204030204" pitchFamily="34" charset="0"/>
                          <a:cs typeface="Calibri" panose="020F0502020204030204" pitchFamily="34" charset="0"/>
                        </a:rPr>
                        <a:t>Moderate</a:t>
                      </a:r>
                    </a:p>
                  </a:txBody>
                  <a:tcPr anchor="ctr"/>
                </a:tc>
                <a:extLst>
                  <a:ext uri="{0D108BD9-81ED-4DB2-BD59-A6C34878D82A}">
                    <a16:rowId xmlns:a16="http://schemas.microsoft.com/office/drawing/2014/main" val="1193189871"/>
                  </a:ext>
                </a:extLst>
              </a:tr>
              <a:tr h="0">
                <a:tc>
                  <a:txBody>
                    <a:bodyPr/>
                    <a:lstStyle/>
                    <a:p>
                      <a:pPr>
                        <a:buNone/>
                      </a:pPr>
                      <a:r>
                        <a:rPr lang="en-IN" b="1">
                          <a:latin typeface="Calibri" panose="020F0502020204030204" pitchFamily="34" charset="0"/>
                          <a:ea typeface="Calibri" panose="020F0502020204030204" pitchFamily="34" charset="0"/>
                          <a:cs typeface="Calibri" panose="020F0502020204030204" pitchFamily="34" charset="0"/>
                        </a:rPr>
                        <a:t>Computational Cost</a:t>
                      </a:r>
                      <a:endParaRPr lang="en-IN">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IN" dirty="0">
                          <a:latin typeface="Calibri" panose="020F0502020204030204" pitchFamily="34" charset="0"/>
                          <a:ea typeface="Calibri" panose="020F0502020204030204" pitchFamily="34" charset="0"/>
                          <a:cs typeface="Calibri" panose="020F0502020204030204" pitchFamily="34" charset="0"/>
                        </a:rPr>
                        <a:t>Low</a:t>
                      </a:r>
                    </a:p>
                  </a:txBody>
                  <a:tcPr anchor="ctr"/>
                </a:tc>
                <a:tc>
                  <a:txBody>
                    <a:bodyPr/>
                    <a:lstStyle/>
                    <a:p>
                      <a:pPr>
                        <a:buNone/>
                      </a:pPr>
                      <a:r>
                        <a:rPr lang="en-IN">
                          <a:latin typeface="Calibri" panose="020F0502020204030204" pitchFamily="34" charset="0"/>
                          <a:ea typeface="Calibri" panose="020F0502020204030204" pitchFamily="34" charset="0"/>
                          <a:cs typeface="Calibri" panose="020F0502020204030204" pitchFamily="34" charset="0"/>
                        </a:rPr>
                        <a:t>Higher</a:t>
                      </a:r>
                    </a:p>
                  </a:txBody>
                  <a:tcPr anchor="ctr"/>
                </a:tc>
                <a:extLst>
                  <a:ext uri="{0D108BD9-81ED-4DB2-BD59-A6C34878D82A}">
                    <a16:rowId xmlns:a16="http://schemas.microsoft.com/office/drawing/2014/main" val="2787351045"/>
                  </a:ext>
                </a:extLst>
              </a:tr>
              <a:tr h="0">
                <a:tc>
                  <a:txBody>
                    <a:bodyPr/>
                    <a:lstStyle/>
                    <a:p>
                      <a:pPr>
                        <a:buNone/>
                      </a:pPr>
                      <a:r>
                        <a:rPr lang="en-IN" b="1">
                          <a:latin typeface="Calibri" panose="020F0502020204030204" pitchFamily="34" charset="0"/>
                          <a:ea typeface="Calibri" panose="020F0502020204030204" pitchFamily="34" charset="0"/>
                          <a:cs typeface="Calibri" panose="020F0502020204030204" pitchFamily="34" charset="0"/>
                        </a:rPr>
                        <a:t>Scalability</a:t>
                      </a:r>
                      <a:endParaRPr lang="en-IN">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IN">
                          <a:latin typeface="Calibri" panose="020F0502020204030204" pitchFamily="34" charset="0"/>
                          <a:ea typeface="Calibri" panose="020F0502020204030204" pitchFamily="34" charset="0"/>
                          <a:cs typeface="Calibri" panose="020F0502020204030204" pitchFamily="34" charset="0"/>
                        </a:rPr>
                        <a:t>Moderate</a:t>
                      </a:r>
                    </a:p>
                  </a:txBody>
                  <a:tcPr anchor="ctr"/>
                </a:tc>
                <a:tc>
                  <a:txBody>
                    <a:bodyPr/>
                    <a:lstStyle/>
                    <a:p>
                      <a:pPr>
                        <a:buNone/>
                      </a:pPr>
                      <a:r>
                        <a:rPr lang="en-IN" dirty="0">
                          <a:latin typeface="Calibri" panose="020F0502020204030204" pitchFamily="34" charset="0"/>
                          <a:ea typeface="Calibri" panose="020F0502020204030204" pitchFamily="34" charset="0"/>
                          <a:cs typeface="Calibri" panose="020F0502020204030204" pitchFamily="34" charset="0"/>
                        </a:rPr>
                        <a:t>High</a:t>
                      </a:r>
                    </a:p>
                  </a:txBody>
                  <a:tcPr anchor="ctr"/>
                </a:tc>
                <a:extLst>
                  <a:ext uri="{0D108BD9-81ED-4DB2-BD59-A6C34878D82A}">
                    <a16:rowId xmlns:a16="http://schemas.microsoft.com/office/drawing/2014/main" val="448664473"/>
                  </a:ext>
                </a:extLst>
              </a:tr>
              <a:tr h="0">
                <a:tc>
                  <a:txBody>
                    <a:bodyPr/>
                    <a:lstStyle/>
                    <a:p>
                      <a:pPr>
                        <a:buNone/>
                      </a:pPr>
                      <a:r>
                        <a:rPr lang="en-IN" b="1">
                          <a:latin typeface="Calibri" panose="020F0502020204030204" pitchFamily="34" charset="0"/>
                          <a:ea typeface="Calibri" panose="020F0502020204030204" pitchFamily="34" charset="0"/>
                          <a:cs typeface="Calibri" panose="020F0502020204030204" pitchFamily="34" charset="0"/>
                        </a:rPr>
                        <a:t>Robustness to Variability</a:t>
                      </a:r>
                      <a:endParaRPr lang="en-IN">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IN">
                          <a:latin typeface="Calibri" panose="020F0502020204030204" pitchFamily="34" charset="0"/>
                          <a:ea typeface="Calibri" panose="020F0502020204030204" pitchFamily="34" charset="0"/>
                          <a:cs typeface="Calibri" panose="020F0502020204030204" pitchFamily="34" charset="0"/>
                        </a:rPr>
                        <a:t>Limited</a:t>
                      </a:r>
                    </a:p>
                  </a:txBody>
                  <a:tcPr anchor="ctr"/>
                </a:tc>
                <a:tc>
                  <a:txBody>
                    <a:bodyPr/>
                    <a:lstStyle/>
                    <a:p>
                      <a:pPr>
                        <a:buNone/>
                      </a:pPr>
                      <a:r>
                        <a:rPr lang="en-IN" dirty="0">
                          <a:latin typeface="Calibri" panose="020F0502020204030204" pitchFamily="34" charset="0"/>
                          <a:ea typeface="Calibri" panose="020F0502020204030204" pitchFamily="34" charset="0"/>
                          <a:cs typeface="Calibri" panose="020F0502020204030204" pitchFamily="34" charset="0"/>
                        </a:rPr>
                        <a:t>High</a:t>
                      </a:r>
                    </a:p>
                  </a:txBody>
                  <a:tcPr anchor="ctr"/>
                </a:tc>
                <a:extLst>
                  <a:ext uri="{0D108BD9-81ED-4DB2-BD59-A6C34878D82A}">
                    <a16:rowId xmlns:a16="http://schemas.microsoft.com/office/drawing/2014/main" val="1447673635"/>
                  </a:ext>
                </a:extLst>
              </a:tr>
              <a:tr h="0">
                <a:tc>
                  <a:txBody>
                    <a:bodyPr/>
                    <a:lstStyle/>
                    <a:p>
                      <a:pPr>
                        <a:buNone/>
                      </a:pPr>
                      <a:r>
                        <a:rPr lang="en-IN" b="1">
                          <a:latin typeface="Calibri" panose="020F0502020204030204" pitchFamily="34" charset="0"/>
                          <a:ea typeface="Calibri" panose="020F0502020204030204" pitchFamily="34" charset="0"/>
                          <a:cs typeface="Calibri" panose="020F0502020204030204" pitchFamily="34" charset="0"/>
                        </a:rPr>
                        <a:t>Suitability for Wearable Data</a:t>
                      </a:r>
                      <a:endParaRPr lang="en-IN">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IN">
                          <a:latin typeface="Calibri" panose="020F0502020204030204" pitchFamily="34" charset="0"/>
                          <a:ea typeface="Calibri" panose="020F0502020204030204" pitchFamily="34" charset="0"/>
                          <a:cs typeface="Calibri" panose="020F0502020204030204" pitchFamily="34" charset="0"/>
                        </a:rPr>
                        <a:t>Less suitable</a:t>
                      </a:r>
                    </a:p>
                  </a:txBody>
                  <a:tcPr anchor="ctr"/>
                </a:tc>
                <a:tc>
                  <a:txBody>
                    <a:bodyPr/>
                    <a:lstStyle/>
                    <a:p>
                      <a:pPr>
                        <a:buNone/>
                      </a:pPr>
                      <a:r>
                        <a:rPr lang="en-IN" dirty="0">
                          <a:latin typeface="Calibri" panose="020F0502020204030204" pitchFamily="34" charset="0"/>
                          <a:ea typeface="Calibri" panose="020F0502020204030204" pitchFamily="34" charset="0"/>
                          <a:cs typeface="Calibri" panose="020F0502020204030204" pitchFamily="34" charset="0"/>
                        </a:rPr>
                        <a:t>Highly suitable</a:t>
                      </a:r>
                    </a:p>
                  </a:txBody>
                  <a:tcPr anchor="ctr"/>
                </a:tc>
                <a:extLst>
                  <a:ext uri="{0D108BD9-81ED-4DB2-BD59-A6C34878D82A}">
                    <a16:rowId xmlns:a16="http://schemas.microsoft.com/office/drawing/2014/main" val="4095602381"/>
                  </a:ext>
                </a:extLst>
              </a:tr>
            </a:tbl>
          </a:graphicData>
        </a:graphic>
      </p:graphicFrame>
    </p:spTree>
    <p:extLst>
      <p:ext uri="{BB962C8B-B14F-4D97-AF65-F5344CB8AC3E}">
        <p14:creationId xmlns:p14="http://schemas.microsoft.com/office/powerpoint/2010/main" val="20733620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45A683A8-2855-8A99-84DB-DCA91A8144A7}"/>
              </a:ext>
            </a:extLst>
          </p:cNvPr>
          <p:cNvSpPr>
            <a:spLocks noGrp="1"/>
          </p:cNvSpPr>
          <p:nvPr>
            <p:ph type="body" sz="quarter" idx="14"/>
          </p:nvPr>
        </p:nvSpPr>
        <p:spPr>
          <a:xfrm>
            <a:off x="1537716" y="769029"/>
            <a:ext cx="9116568" cy="722376"/>
          </a:xfrm>
        </p:spPr>
        <p:txBody>
          <a:bodyPr/>
          <a:lstStyle/>
          <a:p>
            <a:r>
              <a:rPr lang="en-IN" sz="3200" dirty="0">
                <a:latin typeface="Aptos" panose="020B0004020202020204" pitchFamily="34" charset="0"/>
              </a:rPr>
              <a:t>CURRENT PROGRESS</a:t>
            </a:r>
          </a:p>
        </p:txBody>
      </p:sp>
      <p:graphicFrame>
        <p:nvGraphicFramePr>
          <p:cNvPr id="2" name="Table 1">
            <a:extLst>
              <a:ext uri="{FF2B5EF4-FFF2-40B4-BE49-F238E27FC236}">
                <a16:creationId xmlns:a16="http://schemas.microsoft.com/office/drawing/2014/main" id="{EFC12BD2-D052-5698-B8AF-339D12E039F9}"/>
              </a:ext>
            </a:extLst>
          </p:cNvPr>
          <p:cNvGraphicFramePr>
            <a:graphicFrameLocks noGrp="1"/>
          </p:cNvGraphicFramePr>
          <p:nvPr>
            <p:extLst>
              <p:ext uri="{D42A27DB-BD31-4B8C-83A1-F6EECF244321}">
                <p14:modId xmlns:p14="http://schemas.microsoft.com/office/powerpoint/2010/main" val="710811062"/>
              </p:ext>
            </p:extLst>
          </p:nvPr>
        </p:nvGraphicFramePr>
        <p:xfrm>
          <a:off x="750316" y="1883291"/>
          <a:ext cx="10691368" cy="3708400"/>
        </p:xfrm>
        <a:graphic>
          <a:graphicData uri="http://schemas.openxmlformats.org/drawingml/2006/table">
            <a:tbl>
              <a:tblPr firstRow="1" bandRow="1">
                <a:tableStyleId>{00A15C55-8517-42AA-B614-E9B94910E393}</a:tableStyleId>
              </a:tblPr>
              <a:tblGrid>
                <a:gridCol w="3041780">
                  <a:extLst>
                    <a:ext uri="{9D8B030D-6E8A-4147-A177-3AD203B41FA5}">
                      <a16:colId xmlns:a16="http://schemas.microsoft.com/office/drawing/2014/main" val="129495840"/>
                    </a:ext>
                  </a:extLst>
                </a:gridCol>
                <a:gridCol w="7649588">
                  <a:extLst>
                    <a:ext uri="{9D8B030D-6E8A-4147-A177-3AD203B41FA5}">
                      <a16:colId xmlns:a16="http://schemas.microsoft.com/office/drawing/2014/main" val="2241834718"/>
                    </a:ext>
                  </a:extLst>
                </a:gridCol>
              </a:tblGrid>
              <a:tr h="370840">
                <a:tc>
                  <a:txBody>
                    <a:bodyPr/>
                    <a:lstStyle/>
                    <a:p>
                      <a:pPr algn="ctr" fontAlgn="b">
                        <a:buNone/>
                      </a:pPr>
                      <a:r>
                        <a:rPr lang="en-IN" sz="1600" b="1" u="none" strike="noStrike" dirty="0">
                          <a:solidFill>
                            <a:srgbClr val="000000"/>
                          </a:solidFill>
                          <a:effectLst/>
                          <a:latin typeface="+mj-lt"/>
                        </a:rPr>
                        <a:t>Metric</a:t>
                      </a:r>
                      <a:endParaRPr lang="en-IN" sz="1600" b="1" i="0" u="none" strike="noStrike" dirty="0">
                        <a:solidFill>
                          <a:srgbClr val="000000"/>
                        </a:solidFill>
                        <a:effectLst/>
                        <a:latin typeface="+mj-lt"/>
                      </a:endParaRPr>
                    </a:p>
                  </a:txBody>
                  <a:tcPr marL="7620" marR="7620" marT="7620" marB="0" anchor="ctr"/>
                </a:tc>
                <a:tc>
                  <a:txBody>
                    <a:bodyPr/>
                    <a:lstStyle/>
                    <a:p>
                      <a:pPr algn="ctr" fontAlgn="b">
                        <a:buNone/>
                      </a:pPr>
                      <a:r>
                        <a:rPr lang="en-IN" sz="1600" b="1" u="none" strike="noStrike" dirty="0">
                          <a:solidFill>
                            <a:srgbClr val="000000"/>
                          </a:solidFill>
                          <a:effectLst/>
                          <a:latin typeface="+mj-lt"/>
                        </a:rPr>
                        <a:t>Details</a:t>
                      </a:r>
                      <a:endParaRPr lang="en-IN" sz="1600" b="1" i="0" u="none" strike="noStrike" dirty="0">
                        <a:solidFill>
                          <a:srgbClr val="000000"/>
                        </a:solidFill>
                        <a:effectLst/>
                        <a:latin typeface="+mj-lt"/>
                      </a:endParaRPr>
                    </a:p>
                  </a:txBody>
                  <a:tcPr marL="7620" marR="7620" marT="7620" marB="0" anchor="ctr"/>
                </a:tc>
                <a:extLst>
                  <a:ext uri="{0D108BD9-81ED-4DB2-BD59-A6C34878D82A}">
                    <a16:rowId xmlns:a16="http://schemas.microsoft.com/office/drawing/2014/main" val="1669618705"/>
                  </a:ext>
                </a:extLst>
              </a:tr>
              <a:tr h="370840">
                <a:tc>
                  <a:txBody>
                    <a:bodyPr/>
                    <a:lstStyle/>
                    <a:p>
                      <a:pPr algn="ctr" fontAlgn="b">
                        <a:buNone/>
                      </a:pPr>
                      <a:r>
                        <a:rPr lang="en-IN" sz="16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Dataset Used</a:t>
                      </a:r>
                      <a:endParaRPr lang="en-IN" sz="16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tc>
                <a:tc>
                  <a:txBody>
                    <a:bodyPr/>
                    <a:lstStyle/>
                    <a:p>
                      <a:pPr algn="l" fontAlgn="b">
                        <a:buNone/>
                      </a:pPr>
                      <a:r>
                        <a:rPr lang="en-US" sz="1600" b="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WESAD wearable dataset (Chest and Wrist sensors)</a:t>
                      </a:r>
                      <a:endParaRPr lang="en-US" sz="16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tc>
                <a:extLst>
                  <a:ext uri="{0D108BD9-81ED-4DB2-BD59-A6C34878D82A}">
                    <a16:rowId xmlns:a16="http://schemas.microsoft.com/office/drawing/2014/main" val="791149580"/>
                  </a:ext>
                </a:extLst>
              </a:tr>
              <a:tr h="370840">
                <a:tc>
                  <a:txBody>
                    <a:bodyPr/>
                    <a:lstStyle/>
                    <a:p>
                      <a:pPr algn="ctr" fontAlgn="b">
                        <a:buNone/>
                      </a:pPr>
                      <a:r>
                        <a:rPr lang="en-IN" sz="16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Sensor Details</a:t>
                      </a:r>
                      <a:endParaRPr lang="en-IN" sz="16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tc>
                <a:tc>
                  <a:txBody>
                    <a:bodyPr/>
                    <a:lstStyle/>
                    <a:p>
                      <a:pPr algn="l" fontAlgn="b">
                        <a:buNone/>
                      </a:pPr>
                      <a:r>
                        <a:rPr lang="it-IT" sz="1600" b="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ECG, EDA, Respiration, Temperature, Accelerometer (multi-modal physiological signals)</a:t>
                      </a:r>
                      <a:endParaRPr lang="it-IT" sz="16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tc>
                <a:extLst>
                  <a:ext uri="{0D108BD9-81ED-4DB2-BD59-A6C34878D82A}">
                    <a16:rowId xmlns:a16="http://schemas.microsoft.com/office/drawing/2014/main" val="4218944477"/>
                  </a:ext>
                </a:extLst>
              </a:tr>
              <a:tr h="370840">
                <a:tc>
                  <a:txBody>
                    <a:bodyPr/>
                    <a:lstStyle/>
                    <a:p>
                      <a:pPr algn="ctr" fontAlgn="b">
                        <a:buNone/>
                      </a:pPr>
                      <a:r>
                        <a:rPr lang="en-IN" sz="16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Window Size</a:t>
                      </a:r>
                      <a:endParaRPr lang="en-IN" sz="16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tc>
                <a:tc>
                  <a:txBody>
                    <a:bodyPr/>
                    <a:lstStyle/>
                    <a:p>
                      <a:pPr algn="l" fontAlgn="b">
                        <a:buNone/>
                      </a:pPr>
                      <a:r>
                        <a:rPr lang="en-US" sz="1600" b="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Signals segmented into 10-second windows with 50% overlap to capture temporal patterns</a:t>
                      </a:r>
                      <a:endParaRPr lang="en-US" sz="16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tc>
                <a:extLst>
                  <a:ext uri="{0D108BD9-81ED-4DB2-BD59-A6C34878D82A}">
                    <a16:rowId xmlns:a16="http://schemas.microsoft.com/office/drawing/2014/main" val="3992371146"/>
                  </a:ext>
                </a:extLst>
              </a:tr>
              <a:tr h="370840">
                <a:tc>
                  <a:txBody>
                    <a:bodyPr/>
                    <a:lstStyle/>
                    <a:p>
                      <a:pPr algn="ctr" fontAlgn="b">
                        <a:buNone/>
                      </a:pPr>
                      <a:r>
                        <a:rPr lang="en-IN" sz="16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Model Architecture</a:t>
                      </a:r>
                      <a:endParaRPr lang="en-IN" sz="16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tc>
                <a:tc>
                  <a:txBody>
                    <a:bodyPr/>
                    <a:lstStyle/>
                    <a:p>
                      <a:pPr algn="l" fontAlgn="b">
                        <a:buNone/>
                      </a:pPr>
                      <a:r>
                        <a:rPr lang="en-IN" sz="16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Hybrid CNN–</a:t>
                      </a:r>
                      <a:r>
                        <a:rPr lang="en-IN" sz="1600" b="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BiGRU</a:t>
                      </a:r>
                      <a:r>
                        <a:rPr lang="en-IN" sz="16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–Attention deep learning model</a:t>
                      </a:r>
                      <a:endParaRPr lang="en-IN" sz="16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tc>
                <a:extLst>
                  <a:ext uri="{0D108BD9-81ED-4DB2-BD59-A6C34878D82A}">
                    <a16:rowId xmlns:a16="http://schemas.microsoft.com/office/drawing/2014/main" val="3583664229"/>
                  </a:ext>
                </a:extLst>
              </a:tr>
              <a:tr h="370840">
                <a:tc>
                  <a:txBody>
                    <a:bodyPr/>
                    <a:lstStyle/>
                    <a:p>
                      <a:pPr algn="ctr" fontAlgn="b">
                        <a:buNone/>
                      </a:pPr>
                      <a:r>
                        <a:rPr lang="en-IN" sz="16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Emotion Classes</a:t>
                      </a:r>
                      <a:endParaRPr lang="en-IN" sz="16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tc>
                <a:tc>
                  <a:txBody>
                    <a:bodyPr/>
                    <a:lstStyle/>
                    <a:p>
                      <a:pPr algn="l" fontAlgn="b">
                        <a:buNone/>
                      </a:pPr>
                      <a:r>
                        <a:rPr lang="en-IN" sz="16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Baseline, Stress, Amusement, Meditation</a:t>
                      </a:r>
                      <a:endParaRPr lang="en-IN" sz="16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tc>
                <a:extLst>
                  <a:ext uri="{0D108BD9-81ED-4DB2-BD59-A6C34878D82A}">
                    <a16:rowId xmlns:a16="http://schemas.microsoft.com/office/drawing/2014/main" val="2092911627"/>
                  </a:ext>
                </a:extLst>
              </a:tr>
              <a:tr h="370840">
                <a:tc>
                  <a:txBody>
                    <a:bodyPr/>
                    <a:lstStyle/>
                    <a:p>
                      <a:pPr algn="ctr" fontAlgn="b">
                        <a:buNone/>
                      </a:pPr>
                      <a:r>
                        <a:rPr lang="en-IN" sz="16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Validation Strategy</a:t>
                      </a:r>
                      <a:endParaRPr lang="en-IN" sz="16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tc>
                <a:tc>
                  <a:txBody>
                    <a:bodyPr/>
                    <a:lstStyle/>
                    <a:p>
                      <a:pPr algn="l" fontAlgn="b">
                        <a:buNone/>
                      </a:pPr>
                      <a:r>
                        <a:rPr lang="en-IN" sz="16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LOSO (Leave-One-Subject-Out) cross-validation</a:t>
                      </a:r>
                      <a:endParaRPr lang="en-IN" sz="16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tc>
                <a:extLst>
                  <a:ext uri="{0D108BD9-81ED-4DB2-BD59-A6C34878D82A}">
                    <a16:rowId xmlns:a16="http://schemas.microsoft.com/office/drawing/2014/main" val="1018206671"/>
                  </a:ext>
                </a:extLst>
              </a:tr>
              <a:tr h="370840">
                <a:tc>
                  <a:txBody>
                    <a:bodyPr/>
                    <a:lstStyle/>
                    <a:p>
                      <a:pPr algn="ctr" fontAlgn="b">
                        <a:buNone/>
                      </a:pPr>
                      <a:r>
                        <a:rPr lang="en-IN" sz="16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Evaluation Metrics</a:t>
                      </a:r>
                      <a:endParaRPr lang="en-IN" sz="16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tc>
                <a:tc>
                  <a:txBody>
                    <a:bodyPr/>
                    <a:lstStyle/>
                    <a:p>
                      <a:pPr algn="l" fontAlgn="b">
                        <a:buNone/>
                      </a:pPr>
                      <a:r>
                        <a:rPr lang="en-IN" sz="16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F1-score</a:t>
                      </a:r>
                      <a:endParaRPr lang="en-IN" sz="16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tc>
                <a:extLst>
                  <a:ext uri="{0D108BD9-81ED-4DB2-BD59-A6C34878D82A}">
                    <a16:rowId xmlns:a16="http://schemas.microsoft.com/office/drawing/2014/main" val="1347571053"/>
                  </a:ext>
                </a:extLst>
              </a:tr>
              <a:tr h="370840">
                <a:tc>
                  <a:txBody>
                    <a:bodyPr/>
                    <a:lstStyle/>
                    <a:p>
                      <a:pPr algn="ctr" fontAlgn="b">
                        <a:buNone/>
                      </a:pPr>
                      <a:r>
                        <a:rPr lang="en-IN" sz="16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Result Type</a:t>
                      </a:r>
                      <a:endParaRPr lang="en-IN" sz="16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tc>
                <a:tc>
                  <a:txBody>
                    <a:bodyPr/>
                    <a:lstStyle/>
                    <a:p>
                      <a:pPr algn="l" fontAlgn="b">
                        <a:buNone/>
                      </a:pPr>
                      <a:r>
                        <a:rPr lang="en-US" sz="16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Preliminary subject-wise results obtained using LOSO</a:t>
                      </a:r>
                      <a:endParaRPr lang="en-US" sz="16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tc>
                <a:extLst>
                  <a:ext uri="{0D108BD9-81ED-4DB2-BD59-A6C34878D82A}">
                    <a16:rowId xmlns:a16="http://schemas.microsoft.com/office/drawing/2014/main" val="2493211190"/>
                  </a:ext>
                </a:extLst>
              </a:tr>
              <a:tr h="370840">
                <a:tc>
                  <a:txBody>
                    <a:bodyPr/>
                    <a:lstStyle/>
                    <a:p>
                      <a:pPr algn="ctr" fontAlgn="b">
                        <a:buNone/>
                      </a:pPr>
                      <a:r>
                        <a:rPr lang="en-IN" sz="16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Model Export</a:t>
                      </a:r>
                      <a:endParaRPr lang="en-IN" sz="16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tc>
                <a:tc>
                  <a:txBody>
                    <a:bodyPr/>
                    <a:lstStyle/>
                    <a:p>
                      <a:pPr algn="l" fontAlgn="b">
                        <a:buNone/>
                      </a:pPr>
                      <a:r>
                        <a:rPr lang="en-US" sz="16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Trained model exported in ONNX format</a:t>
                      </a:r>
                      <a:endParaRPr lang="en-US" sz="16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tc>
                <a:extLst>
                  <a:ext uri="{0D108BD9-81ED-4DB2-BD59-A6C34878D82A}">
                    <a16:rowId xmlns:a16="http://schemas.microsoft.com/office/drawing/2014/main" val="167937012"/>
                  </a:ext>
                </a:extLst>
              </a:tr>
            </a:tbl>
          </a:graphicData>
        </a:graphic>
      </p:graphicFrame>
    </p:spTree>
    <p:extLst>
      <p:ext uri="{BB962C8B-B14F-4D97-AF65-F5344CB8AC3E}">
        <p14:creationId xmlns:p14="http://schemas.microsoft.com/office/powerpoint/2010/main" val="31996875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2A9E4-3B33-8623-FB27-6D7248C372EA}"/>
              </a:ext>
            </a:extLst>
          </p:cNvPr>
          <p:cNvSpPr>
            <a:spLocks noGrp="1"/>
          </p:cNvSpPr>
          <p:nvPr>
            <p:ph type="title"/>
          </p:nvPr>
        </p:nvSpPr>
        <p:spPr/>
        <p:txBody>
          <a:bodyPr/>
          <a:lstStyle/>
          <a:p>
            <a:r>
              <a:rPr lang="en-US" dirty="0"/>
              <a:t>Future scope</a:t>
            </a:r>
          </a:p>
        </p:txBody>
      </p:sp>
      <p:sp>
        <p:nvSpPr>
          <p:cNvPr id="7" name="Slide Number Placeholder 6">
            <a:extLst>
              <a:ext uri="{FF2B5EF4-FFF2-40B4-BE49-F238E27FC236}">
                <a16:creationId xmlns:a16="http://schemas.microsoft.com/office/drawing/2014/main" id="{E5076FCA-E5D9-5BC6-F8F1-95D9E5569449}"/>
              </a:ext>
            </a:extLst>
          </p:cNvPr>
          <p:cNvSpPr>
            <a:spLocks noGrp="1"/>
          </p:cNvSpPr>
          <p:nvPr>
            <p:ph type="sldNum" sz="quarter" idx="11"/>
          </p:nvPr>
        </p:nvSpPr>
        <p:spPr/>
        <p:txBody>
          <a:bodyPr/>
          <a:lstStyle/>
          <a:p>
            <a:fld id="{75DF2D63-3FF5-D547-96B9-BE9CCD1ABA58}" type="slidenum">
              <a:rPr lang="en-US" smtClean="0"/>
              <a:t>17</a:t>
            </a:fld>
            <a:endParaRPr lang="en-US" dirty="0"/>
          </a:p>
        </p:txBody>
      </p:sp>
      <p:sp>
        <p:nvSpPr>
          <p:cNvPr id="4" name="Content Placeholder 3">
            <a:extLst>
              <a:ext uri="{FF2B5EF4-FFF2-40B4-BE49-F238E27FC236}">
                <a16:creationId xmlns:a16="http://schemas.microsoft.com/office/drawing/2014/main" id="{AAD9F940-BA56-74F7-87F0-7199A77BB8B8}"/>
              </a:ext>
            </a:extLst>
          </p:cNvPr>
          <p:cNvSpPr>
            <a:spLocks noGrp="1"/>
          </p:cNvSpPr>
          <p:nvPr>
            <p:ph sz="half" idx="2"/>
          </p:nvPr>
        </p:nvSpPr>
        <p:spPr>
          <a:xfrm>
            <a:off x="6382139" y="1453113"/>
            <a:ext cx="5190052" cy="2561104"/>
          </a:xfrm>
        </p:spPr>
        <p:txBody>
          <a:bodyPr/>
          <a:lstStyle/>
          <a:p>
            <a:pPr marL="285750" indent="-285750">
              <a:buFont typeface="Arial" panose="020B0604020202020204" pitchFamily="34" charset="0"/>
              <a:buChar char="•"/>
            </a:pPr>
            <a:r>
              <a:rPr lang="en-US" sz="2400" dirty="0">
                <a:effectLst/>
                <a:latin typeface="Calibri" panose="020F0502020204030204" pitchFamily="34" charset="0"/>
                <a:ea typeface="Calibri" panose="020F0502020204030204" pitchFamily="34" charset="0"/>
                <a:cs typeface="Calibri" panose="020F0502020204030204" pitchFamily="34" charset="0"/>
              </a:rPr>
              <a:t>Real-time sensor data integration</a:t>
            </a:r>
          </a:p>
          <a:p>
            <a:pPr marL="285750" indent="-285750">
              <a:buFont typeface="Arial" panose="020B0604020202020204" pitchFamily="34" charset="0"/>
              <a:buChar char="•"/>
            </a:pPr>
            <a:r>
              <a:rPr lang="en-US" sz="2400" dirty="0">
                <a:effectLst/>
                <a:latin typeface="Calibri" panose="020F0502020204030204" pitchFamily="34" charset="0"/>
                <a:ea typeface="Calibri" panose="020F0502020204030204" pitchFamily="34" charset="0"/>
                <a:cs typeface="Calibri" panose="020F0502020204030204" pitchFamily="34" charset="0"/>
              </a:rPr>
              <a:t>AI-based disease risk prediction</a:t>
            </a:r>
          </a:p>
          <a:p>
            <a:pPr marL="285750" indent="-285750">
              <a:buFont typeface="Arial" panose="020B0604020202020204" pitchFamily="34" charset="0"/>
              <a:buChar char="•"/>
            </a:pPr>
            <a:r>
              <a:rPr lang="en-US" sz="2400" i="0" dirty="0">
                <a:effectLst/>
                <a:latin typeface="Calibri" panose="020F0502020204030204" pitchFamily="34" charset="0"/>
                <a:ea typeface="Calibri" panose="020F0502020204030204" pitchFamily="34" charset="0"/>
                <a:cs typeface="Calibri" panose="020F0502020204030204" pitchFamily="34" charset="0"/>
              </a:rPr>
              <a:t>Web or mobile dashboard for monitoring</a:t>
            </a:r>
          </a:p>
          <a:p>
            <a:pPr marL="285750" indent="-28575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Cloud-based scalable health analytics</a:t>
            </a:r>
            <a:br>
              <a:rPr lang="en-US" sz="1800" dirty="0">
                <a:effectLst/>
              </a:rPr>
            </a:b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n-US" dirty="0"/>
          </a:p>
        </p:txBody>
      </p:sp>
      <p:pic>
        <p:nvPicPr>
          <p:cNvPr id="11" name="Picture Placeholder 10">
            <a:extLst>
              <a:ext uri="{FF2B5EF4-FFF2-40B4-BE49-F238E27FC236}">
                <a16:creationId xmlns:a16="http://schemas.microsoft.com/office/drawing/2014/main" id="{FFD8F8D7-4CAD-905A-51D8-C9E8DBAC98D7}"/>
              </a:ext>
            </a:extLst>
          </p:cNvPr>
          <p:cNvPicPr>
            <a:picLocks noGrp="1" noChangeAspect="1"/>
          </p:cNvPicPr>
          <p:nvPr>
            <p:ph type="pic" sz="quarter" idx="14"/>
          </p:nvPr>
        </p:nvPicPr>
        <p:blipFill>
          <a:blip r:embed="rId2">
            <a:extLst>
              <a:ext uri="{837473B0-CC2E-450A-ABE3-18F120FF3D39}">
                <a1611:picAttrSrcUrl xmlns:a1611="http://schemas.microsoft.com/office/drawing/2016/11/main" r:id="rId3"/>
              </a:ext>
            </a:extLst>
          </a:blip>
          <a:srcRect l="20363" r="20363"/>
          <a:stretch>
            <a:fillRect/>
          </a:stretch>
        </p:blipFill>
        <p:spPr/>
      </p:pic>
    </p:spTree>
    <p:extLst>
      <p:ext uri="{BB962C8B-B14F-4D97-AF65-F5344CB8AC3E}">
        <p14:creationId xmlns:p14="http://schemas.microsoft.com/office/powerpoint/2010/main" val="3943754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B7103A8-AEEA-50D3-BE61-CC85D24BDF23}"/>
              </a:ext>
            </a:extLst>
          </p:cNvPr>
          <p:cNvSpPr>
            <a:spLocks noGrp="1"/>
          </p:cNvSpPr>
          <p:nvPr>
            <p:ph type="title"/>
          </p:nvPr>
        </p:nvSpPr>
        <p:spPr>
          <a:xfrm>
            <a:off x="4116324" y="609600"/>
            <a:ext cx="4626460" cy="530352"/>
          </a:xfrm>
        </p:spPr>
        <p:txBody>
          <a:bodyPr/>
          <a:lstStyle/>
          <a:p>
            <a:r>
              <a:rPr lang="en-US" dirty="0"/>
              <a:t>CONCLUSION </a:t>
            </a:r>
          </a:p>
        </p:txBody>
      </p:sp>
      <p:sp>
        <p:nvSpPr>
          <p:cNvPr id="2" name="Slide Number Placeholder 1">
            <a:extLst>
              <a:ext uri="{FF2B5EF4-FFF2-40B4-BE49-F238E27FC236}">
                <a16:creationId xmlns:a16="http://schemas.microsoft.com/office/drawing/2014/main" id="{1A978ADB-AD70-DE7C-4643-85C48AE12770}"/>
              </a:ext>
            </a:extLst>
          </p:cNvPr>
          <p:cNvSpPr>
            <a:spLocks noGrp="1"/>
          </p:cNvSpPr>
          <p:nvPr>
            <p:ph type="sldNum" sz="quarter" idx="10"/>
          </p:nvPr>
        </p:nvSpPr>
        <p:spPr/>
        <p:txBody>
          <a:bodyPr/>
          <a:lstStyle/>
          <a:p>
            <a:fld id="{75DF2D63-3FF5-D547-96B9-BE9CCD1ABA58}" type="slidenum">
              <a:rPr lang="en-US" smtClean="0"/>
              <a:pPr/>
              <a:t>18</a:t>
            </a:fld>
            <a:endParaRPr lang="en-US" dirty="0"/>
          </a:p>
        </p:txBody>
      </p:sp>
      <p:sp>
        <p:nvSpPr>
          <p:cNvPr id="4" name="Text Placeholder 3">
            <a:extLst>
              <a:ext uri="{FF2B5EF4-FFF2-40B4-BE49-F238E27FC236}">
                <a16:creationId xmlns:a16="http://schemas.microsoft.com/office/drawing/2014/main" id="{68003147-27BE-7492-36B6-F405F1156F31}"/>
              </a:ext>
            </a:extLst>
          </p:cNvPr>
          <p:cNvSpPr>
            <a:spLocks noGrp="1"/>
          </p:cNvSpPr>
          <p:nvPr>
            <p:ph type="body" sz="quarter" idx="12"/>
          </p:nvPr>
        </p:nvSpPr>
        <p:spPr>
          <a:xfrm>
            <a:off x="1483566" y="1460240"/>
            <a:ext cx="9815805" cy="4371392"/>
          </a:xfrm>
        </p:spPr>
        <p:txBody>
          <a:bodyPr/>
          <a:lstStyle/>
          <a:p>
            <a:pPr algn="l"/>
            <a:r>
              <a:rPr lang="en-US" sz="1800" spc="100" dirty="0">
                <a:latin typeface="Calibri" panose="020F0502020204030204" pitchFamily="34" charset="0"/>
                <a:ea typeface="Calibri" panose="020F0502020204030204" pitchFamily="34" charset="0"/>
                <a:cs typeface="Calibri" panose="020F0502020204030204" pitchFamily="34" charset="0"/>
              </a:rPr>
              <a:t>This project demonstrates the feasibility of automated health monitoring through wearable sensor analytics, achieving  60% accuracy in health event classification. The system provides a scalable framework for continuous physiological surveillance with potential for significant clinical impact.</a:t>
            </a:r>
          </a:p>
          <a:p>
            <a:pPr algn="l"/>
            <a:r>
              <a:rPr lang="en-US" sz="1800" spc="100" dirty="0">
                <a:latin typeface="Calibri" panose="020F0502020204030204" pitchFamily="34" charset="0"/>
                <a:ea typeface="Calibri" panose="020F0502020204030204" pitchFamily="34" charset="0"/>
                <a:cs typeface="Calibri" panose="020F0502020204030204" pitchFamily="34" charset="0"/>
              </a:rPr>
              <a:t>Expected Outcomes: Reduced emergency admissions, personalized health insights, and real-time intervention capabilities for at-risk populations.</a:t>
            </a:r>
          </a:p>
          <a:p>
            <a:pPr algn="l"/>
            <a:endParaRPr lang="en-US" sz="1800" spc="1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94204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722A5-E196-E93C-5B12-0BACAB754AB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4014476-AC03-8D3E-48C1-D17963D14000}"/>
              </a:ext>
            </a:extLst>
          </p:cNvPr>
          <p:cNvSpPr>
            <a:spLocks noGrp="1"/>
          </p:cNvSpPr>
          <p:nvPr>
            <p:ph type="sldNum" sz="quarter" idx="11"/>
          </p:nvPr>
        </p:nvSpPr>
        <p:spPr/>
        <p:txBody>
          <a:bodyPr/>
          <a:lstStyle/>
          <a:p>
            <a:fld id="{75DF2D63-3FF5-D547-96B9-BE9CCD1ABA58}" type="slidenum">
              <a:rPr lang="en-US" smtClean="0"/>
              <a:pPr/>
              <a:t>19</a:t>
            </a:fld>
            <a:endParaRPr lang="en-US" dirty="0"/>
          </a:p>
        </p:txBody>
      </p:sp>
      <p:sp>
        <p:nvSpPr>
          <p:cNvPr id="17" name="TextBox 16">
            <a:extLst>
              <a:ext uri="{FF2B5EF4-FFF2-40B4-BE49-F238E27FC236}">
                <a16:creationId xmlns:a16="http://schemas.microsoft.com/office/drawing/2014/main" id="{9D68ED25-B137-DD18-A59F-350D1FEEBF31}"/>
              </a:ext>
            </a:extLst>
          </p:cNvPr>
          <p:cNvSpPr txBox="1"/>
          <p:nvPr/>
        </p:nvSpPr>
        <p:spPr>
          <a:xfrm>
            <a:off x="649224" y="859614"/>
            <a:ext cx="6171454" cy="594137"/>
          </a:xfrm>
          <a:prstGeom prst="rect">
            <a:avLst/>
          </a:prstGeom>
          <a:noFill/>
        </p:spPr>
        <p:txBody>
          <a:bodyPr wrap="square">
            <a:spAutoFit/>
          </a:bodyPr>
          <a:lstStyle/>
          <a:p>
            <a:pPr marR="0" lvl="0" algn="l" defTabSz="914400" rtl="0" eaLnBrk="1" fontAlgn="auto" latinLnBrk="0" hangingPunct="1">
              <a:lnSpc>
                <a:spcPct val="90000"/>
              </a:lnSpc>
              <a:spcBef>
                <a:spcPts val="1000"/>
              </a:spcBef>
              <a:spcAft>
                <a:spcPts val="0"/>
              </a:spcAft>
              <a:buClrTx/>
              <a:buSzTx/>
              <a:tabLst/>
              <a:defRPr/>
            </a:pPr>
            <a:r>
              <a:rPr lang="en-US" sz="3600" dirty="0">
                <a:solidFill>
                  <a:prstClr val="black"/>
                </a:solidFill>
                <a:latin typeface="Aptos" panose="020B0004020202020204" pitchFamily="34" charset="0"/>
                <a:ea typeface="Open Sans Semibold" panose="020B0706030804020204" pitchFamily="34" charset="0"/>
                <a:cs typeface="Open Sans Semibold" panose="020B0706030804020204" pitchFamily="34" charset="0"/>
              </a:rPr>
              <a:t>REFERENCES</a:t>
            </a:r>
            <a:endParaRPr kumimoji="0" lang="en-US" sz="3600" i="0" u="none" strike="noStrike" kern="1200" cap="none" spc="0" normalizeH="0" baseline="0" noProof="0" dirty="0">
              <a:ln>
                <a:noFill/>
              </a:ln>
              <a:solidFill>
                <a:prstClr val="black"/>
              </a:solidFill>
              <a:effectLst/>
              <a:uLnTx/>
              <a:uFillTx/>
              <a:latin typeface="Aptos" panose="020B0004020202020204" pitchFamily="34" charset="0"/>
              <a:ea typeface="Open Sans Semibold" panose="020B0706030804020204" pitchFamily="34" charset="0"/>
              <a:cs typeface="Open Sans Semibold" panose="020B0706030804020204" pitchFamily="34" charset="0"/>
            </a:endParaRPr>
          </a:p>
        </p:txBody>
      </p:sp>
      <p:sp>
        <p:nvSpPr>
          <p:cNvPr id="3" name="TextBox 2">
            <a:extLst>
              <a:ext uri="{FF2B5EF4-FFF2-40B4-BE49-F238E27FC236}">
                <a16:creationId xmlns:a16="http://schemas.microsoft.com/office/drawing/2014/main" id="{9C5CD824-E8E4-5051-A25C-923E14F4590D}"/>
              </a:ext>
            </a:extLst>
          </p:cNvPr>
          <p:cNvSpPr txBox="1"/>
          <p:nvPr/>
        </p:nvSpPr>
        <p:spPr>
          <a:xfrm>
            <a:off x="877824" y="1883019"/>
            <a:ext cx="10807181" cy="4208332"/>
          </a:xfrm>
          <a:prstGeom prst="rect">
            <a:avLst/>
          </a:prstGeom>
          <a:noFill/>
        </p:spPr>
        <p:txBody>
          <a:bodyPr wrap="square">
            <a:spAutoFit/>
          </a:bodyPr>
          <a:lstStyle/>
          <a:p>
            <a:pPr>
              <a:lnSpc>
                <a:spcPct val="115000"/>
              </a:lnSpc>
              <a:spcAft>
                <a:spcPts val="800"/>
              </a:spcAft>
              <a:buNone/>
            </a:pPr>
            <a:r>
              <a:rPr lang="en-IN" sz="1600" kern="100" dirty="0">
                <a:effectLst/>
                <a:latin typeface="Calibri" panose="020F0502020204030204" pitchFamily="34" charset="0"/>
                <a:ea typeface="Calibri" panose="020F0502020204030204" pitchFamily="34" charset="0"/>
                <a:cs typeface="Calibri" panose="020F0502020204030204" pitchFamily="34" charset="0"/>
              </a:rPr>
              <a:t>[1] A. E. Alattar and S. Mohsen, “A Survey on Smart Wearable Devices for Healthcare Applications,” Wireless Personal Communications, vol. 132, pp. 775–783, 2023. doi:10.1007/s11277-023-10639-2.</a:t>
            </a:r>
          </a:p>
          <a:p>
            <a:r>
              <a:rPr lang="en-IN" sz="1600" dirty="0">
                <a:latin typeface="Calibri" panose="020F0502020204030204" pitchFamily="34" charset="0"/>
                <a:ea typeface="Calibri" panose="020F0502020204030204" pitchFamily="34" charset="0"/>
                <a:cs typeface="Calibri" panose="020F0502020204030204" pitchFamily="34" charset="0"/>
              </a:rPr>
              <a:t>[2] A. M. Alhassan, R. Hamza, and L. </a:t>
            </a:r>
            <a:r>
              <a:rPr lang="en-IN" sz="1600" dirty="0" err="1">
                <a:latin typeface="Calibri" panose="020F0502020204030204" pitchFamily="34" charset="0"/>
                <a:ea typeface="Calibri" panose="020F0502020204030204" pitchFamily="34" charset="0"/>
                <a:cs typeface="Calibri" panose="020F0502020204030204" pitchFamily="34" charset="0"/>
              </a:rPr>
              <a:t>Barolli</a:t>
            </a:r>
            <a:r>
              <a:rPr lang="en-IN" sz="1600" dirty="0">
                <a:latin typeface="Calibri" panose="020F0502020204030204" pitchFamily="34" charset="0"/>
                <a:ea typeface="Calibri" panose="020F0502020204030204" pitchFamily="34" charset="0"/>
                <a:cs typeface="Calibri" panose="020F0502020204030204" pitchFamily="34" charset="0"/>
              </a:rPr>
              <a:t>, “SHARP: Blockchain-Powered WSNs for Real-Time Student Health Monitoring and Personalized Learning,” Sensors, vol. 23, no. 24, pp. 1–20, 2023. doi:10.3390/s23249623.</a:t>
            </a:r>
          </a:p>
          <a:p>
            <a:r>
              <a:rPr lang="en-IN" sz="1600" dirty="0">
                <a:latin typeface="Calibri" panose="020F0502020204030204" pitchFamily="34" charset="0"/>
                <a:ea typeface="Calibri" panose="020F0502020204030204" pitchFamily="34" charset="0"/>
                <a:cs typeface="Calibri" panose="020F0502020204030204" pitchFamily="34" charset="0"/>
              </a:rPr>
              <a:t> </a:t>
            </a:r>
          </a:p>
          <a:p>
            <a:r>
              <a:rPr lang="en-IN" sz="1600" dirty="0">
                <a:latin typeface="Calibri" panose="020F0502020204030204" pitchFamily="34" charset="0"/>
                <a:ea typeface="Calibri" panose="020F0502020204030204" pitchFamily="34" charset="0"/>
                <a:cs typeface="Calibri" panose="020F0502020204030204" pitchFamily="34" charset="0"/>
              </a:rPr>
              <a:t>[3] M. A. S. Vieira, J. F. Carvalho, L. B. Marinho, and A. A. de Almeida, “Continuous Movement Monitoring at Home Through Wearable Devices: A Systematic Review,” Sensors, vol. 25, no. 16, pp. 4889–4908, 2025. doi:10.3390/s25164889.</a:t>
            </a:r>
          </a:p>
          <a:p>
            <a:r>
              <a:rPr lang="en-IN" sz="1600" dirty="0">
                <a:latin typeface="Calibri" panose="020F0502020204030204" pitchFamily="34" charset="0"/>
                <a:ea typeface="Calibri" panose="020F0502020204030204" pitchFamily="34" charset="0"/>
                <a:cs typeface="Calibri" panose="020F0502020204030204" pitchFamily="34" charset="0"/>
              </a:rPr>
              <a:t> </a:t>
            </a:r>
          </a:p>
          <a:p>
            <a:r>
              <a:rPr lang="en-IN" sz="1600" dirty="0">
                <a:latin typeface="Calibri" panose="020F0502020204030204" pitchFamily="34" charset="0"/>
                <a:ea typeface="Calibri" panose="020F0502020204030204" pitchFamily="34" charset="0"/>
                <a:cs typeface="Calibri" panose="020F0502020204030204" pitchFamily="34" charset="0"/>
              </a:rPr>
              <a:t>[4] S. Dilip Kumar, P. Manju, R. Nagalakshmi, R. M. Nandhini, B. Sangavi, and S. Agash, “Data Analytics Approach for Health Monitoring Using Wearable Sensors,” IT in Industry, vol. 9, no. 2, pp. 1062–1068, Apr. 2021.</a:t>
            </a:r>
          </a:p>
          <a:p>
            <a:endParaRPr lang="en-IN" sz="1600" dirty="0">
              <a:latin typeface="Calibri" panose="020F0502020204030204" pitchFamily="34" charset="0"/>
              <a:ea typeface="Calibri" panose="020F0502020204030204" pitchFamily="34" charset="0"/>
              <a:cs typeface="Calibri" panose="020F0502020204030204" pitchFamily="34" charset="0"/>
            </a:endParaRPr>
          </a:p>
          <a:p>
            <a:r>
              <a:rPr lang="en-IN" sz="1600" dirty="0">
                <a:latin typeface="Calibri" panose="020F0502020204030204" pitchFamily="34" charset="0"/>
                <a:ea typeface="Calibri" panose="020F0502020204030204" pitchFamily="34" charset="0"/>
                <a:cs typeface="Calibri" panose="020F0502020204030204" pitchFamily="34" charset="0"/>
              </a:rPr>
              <a:t>[5] M. S. Hossain and G. Muhammad, “Integration of Wearable IoT Devices with Predictive Analytics for Remote Health Monitoring,” IEEE Internet of Things Journal, vol. 7, no. 7, pp. 5818–5825, Jul. 2020. doi:10.1109/JIOT.2019.2952337.</a:t>
            </a:r>
          </a:p>
          <a:p>
            <a:endParaRPr lang="en-IN" sz="1600" dirty="0">
              <a:latin typeface="Calibri" panose="020F0502020204030204" pitchFamily="34" charset="0"/>
              <a:ea typeface="Calibri" panose="020F0502020204030204" pitchFamily="34" charset="0"/>
              <a:cs typeface="Calibri" panose="020F0502020204030204" pitchFamily="34" charset="0"/>
            </a:endParaRPr>
          </a:p>
          <a:p>
            <a:r>
              <a:rPr lang="en-IN" sz="1600" dirty="0">
                <a:latin typeface="Calibri" panose="020F0502020204030204" pitchFamily="34" charset="0"/>
                <a:ea typeface="Calibri" panose="020F0502020204030204" pitchFamily="34" charset="0"/>
                <a:cs typeface="Calibri" panose="020F0502020204030204" pitchFamily="34" charset="0"/>
              </a:rPr>
              <a:t>[6] S. </a:t>
            </a:r>
            <a:r>
              <a:rPr lang="en-IN" sz="1600" dirty="0" err="1">
                <a:latin typeface="Calibri" panose="020F0502020204030204" pitchFamily="34" charset="0"/>
                <a:ea typeface="Calibri" panose="020F0502020204030204" pitchFamily="34" charset="0"/>
                <a:cs typeface="Calibri" panose="020F0502020204030204" pitchFamily="34" charset="0"/>
              </a:rPr>
              <a:t>Mahabub</a:t>
            </a:r>
            <a:r>
              <a:rPr lang="en-IN" sz="1600" dirty="0">
                <a:latin typeface="Calibri" panose="020F0502020204030204" pitchFamily="34" charset="0"/>
                <a:ea typeface="Calibri" panose="020F0502020204030204" pitchFamily="34" charset="0"/>
                <a:cs typeface="Calibri" panose="020F0502020204030204" pitchFamily="34" charset="0"/>
              </a:rPr>
              <a:t>, I. Jahan, M. N. Islam, and B. C. Das, “The Impact of Wearable Technology on Health Monitoring: A Data-Driven Analysis with Real-World Case Studies and Innovations,” Journal of Electrical Systems, vol. 20, no. 11s, pp. 172–183, 2024. </a:t>
            </a:r>
            <a:endParaRPr lang="en-IN" sz="1600" kern="100" dirty="0">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545651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F68E6-4AD0-7CDA-AC9E-4EF4B029592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9881DA5-76B7-FE11-1C52-A2D50B3D83CE}"/>
              </a:ext>
            </a:extLst>
          </p:cNvPr>
          <p:cNvSpPr>
            <a:spLocks noGrp="1"/>
          </p:cNvSpPr>
          <p:nvPr>
            <p:ph type="sldNum" sz="quarter" idx="11"/>
          </p:nvPr>
        </p:nvSpPr>
        <p:spPr/>
        <p:txBody>
          <a:bodyPr/>
          <a:lstStyle/>
          <a:p>
            <a:fld id="{75DF2D63-3FF5-D547-96B9-BE9CCD1ABA58}" type="slidenum">
              <a:rPr lang="en-US" smtClean="0"/>
              <a:pPr/>
              <a:t>20</a:t>
            </a:fld>
            <a:endParaRPr lang="en-US" dirty="0"/>
          </a:p>
        </p:txBody>
      </p:sp>
      <p:sp>
        <p:nvSpPr>
          <p:cNvPr id="17" name="TextBox 16">
            <a:extLst>
              <a:ext uri="{FF2B5EF4-FFF2-40B4-BE49-F238E27FC236}">
                <a16:creationId xmlns:a16="http://schemas.microsoft.com/office/drawing/2014/main" id="{6AF803B0-A16D-FE72-1847-CF8DF07CC395}"/>
              </a:ext>
            </a:extLst>
          </p:cNvPr>
          <p:cNvSpPr txBox="1"/>
          <p:nvPr/>
        </p:nvSpPr>
        <p:spPr>
          <a:xfrm>
            <a:off x="649224" y="859614"/>
            <a:ext cx="6171454" cy="594137"/>
          </a:xfrm>
          <a:prstGeom prst="rect">
            <a:avLst/>
          </a:prstGeom>
          <a:noFill/>
        </p:spPr>
        <p:txBody>
          <a:bodyPr wrap="square">
            <a:spAutoFit/>
          </a:bodyPr>
          <a:lstStyle/>
          <a:p>
            <a:pPr marR="0" lvl="0" algn="l" defTabSz="914400" rtl="0" eaLnBrk="1" fontAlgn="auto" latinLnBrk="0" hangingPunct="1">
              <a:lnSpc>
                <a:spcPct val="90000"/>
              </a:lnSpc>
              <a:spcBef>
                <a:spcPts val="1000"/>
              </a:spcBef>
              <a:spcAft>
                <a:spcPts val="0"/>
              </a:spcAft>
              <a:buClrTx/>
              <a:buSzTx/>
              <a:tabLst/>
              <a:defRPr/>
            </a:pPr>
            <a:r>
              <a:rPr lang="en-US" sz="3600" dirty="0">
                <a:solidFill>
                  <a:prstClr val="black"/>
                </a:solidFill>
                <a:latin typeface="Aptos" panose="020B0004020202020204" pitchFamily="34" charset="0"/>
                <a:ea typeface="Open Sans Semibold" panose="020B0706030804020204" pitchFamily="34" charset="0"/>
                <a:cs typeface="Open Sans Semibold" panose="020B0706030804020204" pitchFamily="34" charset="0"/>
              </a:rPr>
              <a:t>REFERENCES</a:t>
            </a:r>
            <a:endParaRPr kumimoji="0" lang="en-US" sz="3600" i="0" u="none" strike="noStrike" kern="1200" cap="none" spc="0" normalizeH="0" baseline="0" noProof="0" dirty="0">
              <a:ln>
                <a:noFill/>
              </a:ln>
              <a:solidFill>
                <a:prstClr val="black"/>
              </a:solidFill>
              <a:effectLst/>
              <a:uLnTx/>
              <a:uFillTx/>
              <a:latin typeface="Aptos" panose="020B0004020202020204" pitchFamily="34" charset="0"/>
              <a:ea typeface="Open Sans Semibold" panose="020B0706030804020204" pitchFamily="34" charset="0"/>
              <a:cs typeface="Open Sans Semibold" panose="020B0706030804020204" pitchFamily="34" charset="0"/>
            </a:endParaRPr>
          </a:p>
        </p:txBody>
      </p:sp>
      <p:sp>
        <p:nvSpPr>
          <p:cNvPr id="3" name="TextBox 2">
            <a:extLst>
              <a:ext uri="{FF2B5EF4-FFF2-40B4-BE49-F238E27FC236}">
                <a16:creationId xmlns:a16="http://schemas.microsoft.com/office/drawing/2014/main" id="{590B0EE1-E87F-A0D6-7678-814BA2856EA0}"/>
              </a:ext>
            </a:extLst>
          </p:cNvPr>
          <p:cNvSpPr txBox="1"/>
          <p:nvPr/>
        </p:nvSpPr>
        <p:spPr>
          <a:xfrm>
            <a:off x="877824" y="1983475"/>
            <a:ext cx="10807181" cy="3506601"/>
          </a:xfrm>
          <a:prstGeom prst="rect">
            <a:avLst/>
          </a:prstGeom>
          <a:noFill/>
        </p:spPr>
        <p:txBody>
          <a:bodyPr wrap="square">
            <a:spAutoFit/>
          </a:bodyPr>
          <a:lstStyle/>
          <a:p>
            <a:r>
              <a:rPr lang="en-IN" sz="1600" dirty="0">
                <a:latin typeface="Calibri" panose="020F0502020204030204" pitchFamily="34" charset="0"/>
                <a:ea typeface="Calibri" panose="020F0502020204030204" pitchFamily="34" charset="0"/>
                <a:cs typeface="Calibri" panose="020F0502020204030204" pitchFamily="34" charset="0"/>
              </a:rPr>
              <a:t>[7] A. J. M. O. R. Khan, S. A. M. Islam, A. Sarkar, T. Islam, R. Paul, and M. S. Bari, “Real-Time Predictive Health Monitoring Using AI-Driven Wearable Sensors: Enhancing Early Detection and Personalized Interventions in Chronic Disease Management,” International Journal of Advanced Computer Science and Applications (IJACSA), vol. 14, no. 9, pp. 123–132, 2023. doi:10.14569/IJACSA.2023.0140915.</a:t>
            </a:r>
          </a:p>
          <a:p>
            <a:endParaRPr lang="en-IN" sz="1600" dirty="0">
              <a:latin typeface="Calibri" panose="020F0502020204030204" pitchFamily="34" charset="0"/>
              <a:ea typeface="Calibri" panose="020F0502020204030204" pitchFamily="34" charset="0"/>
              <a:cs typeface="Calibri" panose="020F0502020204030204" pitchFamily="34" charset="0"/>
            </a:endParaRPr>
          </a:p>
          <a:p>
            <a:pPr>
              <a:lnSpc>
                <a:spcPct val="115000"/>
              </a:lnSpc>
              <a:spcAft>
                <a:spcPts val="800"/>
              </a:spcAft>
            </a:pPr>
            <a:r>
              <a:rPr lang="en-IN" sz="1600" dirty="0">
                <a:latin typeface="Calibri" panose="020F0502020204030204" pitchFamily="34" charset="0"/>
                <a:ea typeface="Calibri" panose="020F0502020204030204" pitchFamily="34" charset="0"/>
                <a:cs typeface="Calibri" panose="020F0502020204030204" pitchFamily="34" charset="0"/>
              </a:rPr>
              <a:t>[8] R. Parasuraman, H. R. Keshavan, and S. M. P. Raj, “Review of Wearable Devices and Data Collection Considerations for Connected Health,” BioMed Research International, vol. 2021, Article ID 4030249, pp. 1–15, Jan. 2021. doi:10.1155/2021/4030249.</a:t>
            </a:r>
          </a:p>
          <a:p>
            <a:r>
              <a:rPr lang="en-IN" sz="1600" dirty="0">
                <a:latin typeface="Calibri" panose="020F0502020204030204" pitchFamily="34" charset="0"/>
                <a:ea typeface="Calibri" panose="020F0502020204030204" pitchFamily="34" charset="0"/>
                <a:cs typeface="Calibri" panose="020F0502020204030204" pitchFamily="34" charset="0"/>
              </a:rPr>
              <a:t>[9] J. Ave, “Wearable Device Data Analysis for Health Monitoring and Early Disease Detection,” International Journal of Artificial Intelligence and Machine Learning in Engineering, vol. 8, no. 2, pp. 116–122, Feb. 2008.</a:t>
            </a:r>
          </a:p>
          <a:p>
            <a:r>
              <a:rPr lang="en-IN" sz="1600" dirty="0">
                <a:latin typeface="Calibri" panose="020F0502020204030204" pitchFamily="34" charset="0"/>
                <a:ea typeface="Calibri" panose="020F0502020204030204" pitchFamily="34" charset="0"/>
                <a:cs typeface="Calibri" panose="020F0502020204030204" pitchFamily="34" charset="0"/>
              </a:rPr>
              <a:t> </a:t>
            </a:r>
          </a:p>
          <a:p>
            <a:r>
              <a:rPr lang="en-IN" sz="1600" dirty="0">
                <a:latin typeface="Calibri" panose="020F0502020204030204" pitchFamily="34" charset="0"/>
                <a:ea typeface="Calibri" panose="020F0502020204030204" pitchFamily="34" charset="0"/>
                <a:cs typeface="Calibri" panose="020F0502020204030204" pitchFamily="34" charset="0"/>
              </a:rPr>
              <a:t>[10] J. Min, J. Tu, C. Xu, H. Lukas, S. Shin, Y. Yang, S. A. Solomon, D. Mukasa, and W. Gao, “Skin-Interfaced Wearable Sweat Sensors for Precision Medicine,” Chemical Reviews, vol. 123, no. 8, pp. 5049–5138, Apr. 2023. doi:10.1021/acs.chemrev.2c00823.</a:t>
            </a:r>
          </a:p>
        </p:txBody>
      </p:sp>
    </p:spTree>
    <p:extLst>
      <p:ext uri="{BB962C8B-B14F-4D97-AF65-F5344CB8AC3E}">
        <p14:creationId xmlns:p14="http://schemas.microsoft.com/office/powerpoint/2010/main" val="18459325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719770E3-84B3-D312-9E94-45B8CF0889D1}"/>
              </a:ext>
            </a:extLst>
          </p:cNvPr>
          <p:cNvSpPr>
            <a:spLocks noGrp="1"/>
          </p:cNvSpPr>
          <p:nvPr>
            <p:ph type="pic" sz="quarter" idx="12"/>
          </p:nvPr>
        </p:nvSpPr>
        <p:spPr/>
      </p:sp>
      <p:sp>
        <p:nvSpPr>
          <p:cNvPr id="3" name="Title 2">
            <a:extLst>
              <a:ext uri="{FF2B5EF4-FFF2-40B4-BE49-F238E27FC236}">
                <a16:creationId xmlns:a16="http://schemas.microsoft.com/office/drawing/2014/main" id="{01EEFD1F-28BC-EF20-E6A9-D1AAABFE2ABD}"/>
              </a:ext>
            </a:extLst>
          </p:cNvPr>
          <p:cNvSpPr>
            <a:spLocks noGrp="1"/>
          </p:cNvSpPr>
          <p:nvPr>
            <p:ph type="title"/>
          </p:nvPr>
        </p:nvSpPr>
        <p:spPr/>
        <p:txBody>
          <a:bodyPr/>
          <a:lstStyle/>
          <a:p>
            <a:r>
              <a:rPr lang="en-IN" dirty="0">
                <a:latin typeface="Aptos" panose="020B0004020202020204" pitchFamily="34" charset="0"/>
              </a:rPr>
              <a:t>THANK YOU</a:t>
            </a:r>
          </a:p>
        </p:txBody>
      </p:sp>
    </p:spTree>
    <p:extLst>
      <p:ext uri="{BB962C8B-B14F-4D97-AF65-F5344CB8AC3E}">
        <p14:creationId xmlns:p14="http://schemas.microsoft.com/office/powerpoint/2010/main" val="3824664430"/>
      </p:ext>
    </p:extLst>
  </p:cSld>
  <p:clrMapOvr>
    <a:masterClrMapping/>
  </p:clrMapOvr>
</p:sld>
</file>

<file path=ppt/theme/theme1.xml><?xml version="1.0" encoding="utf-8"?>
<a:theme xmlns:a="http://schemas.openxmlformats.org/drawingml/2006/main" name="Office Theme">
  <a:themeElements>
    <a:clrScheme name="Scientific Discovery">
      <a:dk1>
        <a:srgbClr val="000000"/>
      </a:dk1>
      <a:lt1>
        <a:srgbClr val="FFFFFF"/>
      </a:lt1>
      <a:dk2>
        <a:srgbClr val="44546A"/>
      </a:dk2>
      <a:lt2>
        <a:srgbClr val="E7E6E6"/>
      </a:lt2>
      <a:accent1>
        <a:srgbClr val="96D3ED"/>
      </a:accent1>
      <a:accent2>
        <a:srgbClr val="C7DBE1"/>
      </a:accent2>
      <a:accent3>
        <a:srgbClr val="688EBD"/>
      </a:accent3>
      <a:accent4>
        <a:srgbClr val="BCE5DD"/>
      </a:accent4>
      <a:accent5>
        <a:srgbClr val="66DDCC"/>
      </a:accent5>
      <a:accent6>
        <a:srgbClr val="E0CE61"/>
      </a:accent6>
      <a:hlink>
        <a:srgbClr val="0563C1"/>
      </a:hlink>
      <a:folHlink>
        <a:srgbClr val="954F72"/>
      </a:folHlink>
    </a:clrScheme>
    <a:fontScheme name="Custom 36">
      <a:majorFont>
        <a:latin typeface="Posterama"/>
        <a:ea typeface=""/>
        <a:cs typeface=""/>
      </a:majorFont>
      <a:minorFont>
        <a:latin typeface="Daytona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cientific-Discovery_Win32_EF_v4" id="{D94798B6-E450-4518-8015-6EE17CD1412B}" vid="{16A04E6B-C80A-471C-86D6-D49E9EAD763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5" ma:contentTypeDescription="Create a new document." ma:contentTypeScope="" ma:versionID="e02306daf00165b375dc6a58966960b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df88fb76bf5f555224557953949c1ec9"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9746342-5E84-430E-9251-61001F208E7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0E8B3377-22F1-4153-96F0-CC2E4BE41C57}">
  <ds:schemaRefs>
    <ds:schemaRef ds:uri="http://schemas.microsoft.com/sharepoint/v3/contenttype/forms"/>
  </ds:schemaRefs>
</ds:datastoreItem>
</file>

<file path=customXml/itemProps3.xml><?xml version="1.0" encoding="utf-8"?>
<ds:datastoreItem xmlns:ds="http://schemas.openxmlformats.org/officeDocument/2006/customXml" ds:itemID="{2EB2FABB-45EC-440E-B647-8CA57BA45AC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{9C8D64FF-E308-48D6-9842-FA51FEE17E99}tf67061901_win32</Template>
  <TotalTime>879</TotalTime>
  <Words>1725</Words>
  <Application>Microsoft Office PowerPoint</Application>
  <PresentationFormat>Widescreen</PresentationFormat>
  <Paragraphs>172</Paragraphs>
  <Slides>21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Aptos</vt:lpstr>
      <vt:lpstr>Arial</vt:lpstr>
      <vt:lpstr>Calibri</vt:lpstr>
      <vt:lpstr>Daytona Condensed Light</vt:lpstr>
      <vt:lpstr>Posterama</vt:lpstr>
      <vt:lpstr>Sitka Subheading Semibold</vt:lpstr>
      <vt:lpstr>Times New Roman</vt:lpstr>
      <vt:lpstr>Wingdings</vt:lpstr>
      <vt:lpstr>Office Theme</vt:lpstr>
      <vt:lpstr>PowerPoint Presentation</vt:lpstr>
      <vt:lpstr>Content</vt:lpstr>
      <vt:lpstr>PowerPoint Presentation</vt:lpstr>
      <vt:lpstr>PowerPoint Presentation</vt:lpstr>
      <vt:lpstr>PowerPoint Presentation</vt:lpstr>
      <vt:lpstr>Project overview</vt:lpstr>
      <vt:lpstr>PowerPoint Presentation</vt:lpstr>
      <vt:lpstr>Problem statement &amp; objective</vt:lpstr>
      <vt:lpstr>PowerPoint Presentation</vt:lpstr>
      <vt:lpstr>Proposed  METHODOLOGY</vt:lpstr>
      <vt:lpstr>PowerPoint Presentation</vt:lpstr>
      <vt:lpstr>PowerPoint Presentation</vt:lpstr>
      <vt:lpstr>PowerPoint Presentation</vt:lpstr>
      <vt:lpstr>PowerPoint Presentation</vt:lpstr>
      <vt:lpstr>PowerPoint Presentation</vt:lpstr>
      <vt:lpstr>PowerPoint Presentation</vt:lpstr>
      <vt:lpstr>Future scope</vt:lpstr>
      <vt:lpstr>CONCLUSION </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Rajeev Nayan</dc:creator>
  <cp:lastModifiedBy>Indrajeet Mondal</cp:lastModifiedBy>
  <cp:revision>73</cp:revision>
  <dcterms:created xsi:type="dcterms:W3CDTF">2023-11-08T22:22:55Z</dcterms:created>
  <dcterms:modified xsi:type="dcterms:W3CDTF">2026-01-01T03:24:44Z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